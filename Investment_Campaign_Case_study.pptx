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7"/>
  </p:notesMasterIdLst>
  <p:sldIdLst>
    <p:sldId id="257" r:id="rId2"/>
    <p:sldId id="258" r:id="rId3"/>
    <p:sldId id="317" r:id="rId4"/>
    <p:sldId id="307" r:id="rId5"/>
    <p:sldId id="309" r:id="rId6"/>
    <p:sldId id="314" r:id="rId7"/>
    <p:sldId id="308" r:id="rId8"/>
    <p:sldId id="297" r:id="rId9"/>
    <p:sldId id="304" r:id="rId10"/>
    <p:sldId id="306" r:id="rId11"/>
    <p:sldId id="310" r:id="rId12"/>
    <p:sldId id="311" r:id="rId13"/>
    <p:sldId id="312" r:id="rId14"/>
    <p:sldId id="301" r:id="rId15"/>
    <p:sldId id="300" r:id="rId16"/>
  </p:sldIdLst>
  <p:sldSz cx="9144000" cy="5143500" type="screen16x9"/>
  <p:notesSz cx="6858000" cy="9144000"/>
  <p:embeddedFontLst>
    <p:embeddedFont>
      <p:font typeface="Advent Pro Medium" panose="020B0604020202020204" charset="-18"/>
      <p:regular r:id="rId18"/>
      <p:bold r:id="rId19"/>
      <p:italic r:id="rId20"/>
      <p:boldItalic r:id="rId21"/>
    </p:embeddedFont>
    <p:embeddedFont>
      <p:font typeface="Advent Pro SemiBold" panose="020B0604020202020204" charset="-18"/>
      <p:regular r:id="rId22"/>
      <p:bold r:id="rId23"/>
      <p:italic r:id="rId24"/>
      <p:boldItalic r:id="rId25"/>
    </p:embeddedFont>
    <p:embeddedFont>
      <p:font typeface="Fira Sans Extra Condensed Medium" panose="020B0604020202020204" charset="0"/>
      <p:regular r:id="rId26"/>
      <p:bold r:id="rId27"/>
      <p:italic r:id="rId28"/>
      <p:boldItalic r:id="rId29"/>
    </p:embeddedFont>
    <p:embeddedFont>
      <p:font typeface="Maven Pro" panose="020B0604020202020204" charset="-18"/>
      <p:regular r:id="rId30"/>
      <p:bold r:id="rId31"/>
    </p:embeddedFont>
    <p:embeddedFont>
      <p:font typeface="Nunito Light" pitchFamily="2" charset="-18"/>
      <p:regular r:id="rId32"/>
      <p:italic r:id="rId33"/>
    </p:embeddedFont>
    <p:embeddedFont>
      <p:font typeface="Share Tech" panose="020B0604020202020204"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832244-F650-4365-AF3C-5BF13B33B452}">
  <a:tblStyle styleId="{B2832244-F650-4365-AF3C-5BF13B33B45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Bez stylu, bez mřížky">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Střední sty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3290" autoAdjust="0"/>
  </p:normalViewPr>
  <p:slideViewPr>
    <p:cSldViewPr snapToGrid="0">
      <p:cViewPr varScale="1">
        <p:scale>
          <a:sx n="103" d="100"/>
          <a:sy n="103" d="100"/>
        </p:scale>
        <p:origin x="893" y="58"/>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6c4305b01e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6c4305b01e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89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3527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781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931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9833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2605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5694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0964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6388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7158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237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70e1a7781e_1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70e1a7781e_1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4341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72c4329eae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72c4329ea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026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
    <p:spTree>
      <p:nvGrpSpPr>
        <p:cNvPr id="1" name="Shape 176"/>
        <p:cNvGrpSpPr/>
        <p:nvPr/>
      </p:nvGrpSpPr>
      <p:grpSpPr>
        <a:xfrm>
          <a:off x="0" y="0"/>
          <a:ext cx="0" cy="0"/>
          <a:chOff x="0" y="0"/>
          <a:chExt cx="0" cy="0"/>
        </a:xfrm>
      </p:grpSpPr>
      <p:sp>
        <p:nvSpPr>
          <p:cNvPr id="177" name="Google Shape;177;p11"/>
          <p:cNvSpPr txBox="1">
            <a:spLocks noGrp="1"/>
          </p:cNvSpPr>
          <p:nvPr>
            <p:ph type="ctrTitle"/>
          </p:nvPr>
        </p:nvSpPr>
        <p:spPr>
          <a:xfrm>
            <a:off x="3068675" y="3075325"/>
            <a:ext cx="3055800" cy="54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24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8" name="Google Shape;178;p11"/>
          <p:cNvSpPr txBox="1">
            <a:spLocks noGrp="1"/>
          </p:cNvSpPr>
          <p:nvPr>
            <p:ph type="subTitle" idx="1"/>
          </p:nvPr>
        </p:nvSpPr>
        <p:spPr>
          <a:xfrm>
            <a:off x="2333000" y="1799075"/>
            <a:ext cx="4478100" cy="792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9" name="Google Shape;179;p11"/>
          <p:cNvSpPr/>
          <p:nvPr/>
        </p:nvSpPr>
        <p:spPr>
          <a:xfrm>
            <a:off x="1621169" y="2890613"/>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1238740" y="2106884"/>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 name="Google Shape;184;p11"/>
          <p:cNvGrpSpPr/>
          <p:nvPr/>
        </p:nvGrpSpPr>
        <p:grpSpPr>
          <a:xfrm>
            <a:off x="8217007" y="3576772"/>
            <a:ext cx="188886" cy="1181531"/>
            <a:chOff x="2877432" y="975334"/>
            <a:chExt cx="188886" cy="1181531"/>
          </a:xfrm>
        </p:grpSpPr>
        <p:sp>
          <p:nvSpPr>
            <p:cNvPr id="185" name="Google Shape;185;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1"/>
          <p:cNvSpPr/>
          <p:nvPr/>
        </p:nvSpPr>
        <p:spPr>
          <a:xfrm>
            <a:off x="8718796" y="116488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 name="Google Shape;189;p11"/>
          <p:cNvGrpSpPr/>
          <p:nvPr/>
        </p:nvGrpSpPr>
        <p:grpSpPr>
          <a:xfrm>
            <a:off x="7519346" y="3243318"/>
            <a:ext cx="98059" cy="1147596"/>
            <a:chOff x="3347921" y="16006"/>
            <a:chExt cx="98059" cy="1147596"/>
          </a:xfrm>
        </p:grpSpPr>
        <p:sp>
          <p:nvSpPr>
            <p:cNvPr id="190" name="Google Shape;190;p11"/>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11"/>
          <p:cNvGrpSpPr/>
          <p:nvPr/>
        </p:nvGrpSpPr>
        <p:grpSpPr>
          <a:xfrm>
            <a:off x="805821" y="2953663"/>
            <a:ext cx="121172" cy="760495"/>
            <a:chOff x="5245196" y="3136513"/>
            <a:chExt cx="121172" cy="760495"/>
          </a:xfrm>
        </p:grpSpPr>
        <p:sp>
          <p:nvSpPr>
            <p:cNvPr id="193" name="Google Shape;193;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 name="Google Shape;195;p11"/>
          <p:cNvGrpSpPr/>
          <p:nvPr/>
        </p:nvGrpSpPr>
        <p:grpSpPr>
          <a:xfrm>
            <a:off x="250617" y="2402301"/>
            <a:ext cx="188650" cy="2468354"/>
            <a:chOff x="250617" y="2402301"/>
            <a:chExt cx="188650" cy="2468354"/>
          </a:xfrm>
        </p:grpSpPr>
        <p:sp>
          <p:nvSpPr>
            <p:cNvPr id="196" name="Google Shape;196;p11"/>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0" name="Google Shape;200;p11"/>
          <p:cNvSpPr/>
          <p:nvPr/>
        </p:nvSpPr>
        <p:spPr>
          <a:xfrm>
            <a:off x="8307214" y="-383977"/>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 name="Google Shape;202;p11"/>
          <p:cNvGrpSpPr/>
          <p:nvPr/>
        </p:nvGrpSpPr>
        <p:grpSpPr>
          <a:xfrm>
            <a:off x="2038689" y="173907"/>
            <a:ext cx="57599" cy="831799"/>
            <a:chOff x="2038689" y="173907"/>
            <a:chExt cx="57599" cy="831799"/>
          </a:xfrm>
        </p:grpSpPr>
        <p:sp>
          <p:nvSpPr>
            <p:cNvPr id="203" name="Google Shape;203;p11"/>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1"/>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 name="Google Shape;205;p11"/>
          <p:cNvSpPr/>
          <p:nvPr/>
        </p:nvSpPr>
        <p:spPr>
          <a:xfrm>
            <a:off x="7582340" y="1834534"/>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11"/>
          <p:cNvGrpSpPr/>
          <p:nvPr/>
        </p:nvGrpSpPr>
        <p:grpSpPr>
          <a:xfrm>
            <a:off x="4920170" y="-496491"/>
            <a:ext cx="188886" cy="1181531"/>
            <a:chOff x="2877432" y="975334"/>
            <a:chExt cx="188886" cy="1181531"/>
          </a:xfrm>
        </p:grpSpPr>
        <p:sp>
          <p:nvSpPr>
            <p:cNvPr id="207" name="Google Shape;207;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11"/>
          <p:cNvSpPr/>
          <p:nvPr/>
        </p:nvSpPr>
        <p:spPr>
          <a:xfrm>
            <a:off x="7084804" y="549572"/>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 name="Google Shape;211;p11"/>
          <p:cNvGrpSpPr/>
          <p:nvPr/>
        </p:nvGrpSpPr>
        <p:grpSpPr>
          <a:xfrm>
            <a:off x="3030471" y="-223849"/>
            <a:ext cx="121172" cy="760495"/>
            <a:chOff x="5245196" y="3136513"/>
            <a:chExt cx="121172" cy="760495"/>
          </a:xfrm>
        </p:grpSpPr>
        <p:sp>
          <p:nvSpPr>
            <p:cNvPr id="212" name="Google Shape;212;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2306292" y="2569221"/>
            <a:ext cx="199237" cy="2828935"/>
            <a:chOff x="1608717" y="1280046"/>
            <a:chExt cx="199237" cy="2828935"/>
          </a:xfrm>
        </p:grpSpPr>
        <p:sp>
          <p:nvSpPr>
            <p:cNvPr id="215" name="Google Shape;215;p11"/>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8"/>
        <p:cNvGrpSpPr/>
        <p:nvPr/>
      </p:nvGrpSpPr>
      <p:grpSpPr>
        <a:xfrm>
          <a:off x="0" y="0"/>
          <a:ext cx="0" cy="0"/>
          <a:chOff x="0" y="0"/>
          <a:chExt cx="0" cy="0"/>
        </a:xfrm>
      </p:grpSpPr>
      <p:sp>
        <p:nvSpPr>
          <p:cNvPr id="219" name="Google Shape;219;p12"/>
          <p:cNvSpPr txBox="1">
            <a:spLocks noGrp="1"/>
          </p:cNvSpPr>
          <p:nvPr>
            <p:ph type="title" hasCustomPrompt="1"/>
          </p:nvPr>
        </p:nvSpPr>
        <p:spPr>
          <a:xfrm>
            <a:off x="1733725" y="856650"/>
            <a:ext cx="5676600" cy="12303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20" name="Google Shape;220;p12"/>
          <p:cNvSpPr txBox="1">
            <a:spLocks noGrp="1"/>
          </p:cNvSpPr>
          <p:nvPr>
            <p:ph type="body" idx="1"/>
          </p:nvPr>
        </p:nvSpPr>
        <p:spPr>
          <a:xfrm>
            <a:off x="3208075" y="2086950"/>
            <a:ext cx="2727900" cy="715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grpSp>
        <p:nvGrpSpPr>
          <p:cNvPr id="221" name="Google Shape;221;p12"/>
          <p:cNvGrpSpPr/>
          <p:nvPr/>
        </p:nvGrpSpPr>
        <p:grpSpPr>
          <a:xfrm>
            <a:off x="722446" y="3412541"/>
            <a:ext cx="7699120" cy="1883463"/>
            <a:chOff x="4558950" y="838825"/>
            <a:chExt cx="2813800" cy="688350"/>
          </a:xfrm>
        </p:grpSpPr>
        <p:sp>
          <p:nvSpPr>
            <p:cNvPr id="222" name="Google Shape;222;p12"/>
            <p:cNvSpPr/>
            <p:nvPr/>
          </p:nvSpPr>
          <p:spPr>
            <a:xfrm>
              <a:off x="6067275" y="838825"/>
              <a:ext cx="46025" cy="39525"/>
            </a:xfrm>
            <a:custGeom>
              <a:avLst/>
              <a:gdLst/>
              <a:ahLst/>
              <a:cxnLst/>
              <a:rect l="l" t="t" r="r" b="b"/>
              <a:pathLst>
                <a:path w="1841" h="1581" extrusionOk="0">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2"/>
            <p:cNvSpPr/>
            <p:nvPr/>
          </p:nvSpPr>
          <p:spPr>
            <a:xfrm>
              <a:off x="4703850" y="911275"/>
              <a:ext cx="2580700" cy="613375"/>
            </a:xfrm>
            <a:custGeom>
              <a:avLst/>
              <a:gdLst/>
              <a:ahLst/>
              <a:cxnLst/>
              <a:rect l="l" t="t" r="r" b="b"/>
              <a:pathLst>
                <a:path w="103228" h="24535" extrusionOk="0">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4704175" y="930800"/>
              <a:ext cx="2582575" cy="595725"/>
            </a:xfrm>
            <a:custGeom>
              <a:avLst/>
              <a:gdLst/>
              <a:ahLst/>
              <a:cxnLst/>
              <a:rect l="l" t="t" r="r" b="b"/>
              <a:pathLst>
                <a:path w="103303" h="23829" extrusionOk="0">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2"/>
            <p:cNvSpPr/>
            <p:nvPr/>
          </p:nvSpPr>
          <p:spPr>
            <a:xfrm>
              <a:off x="4904225" y="1145950"/>
              <a:ext cx="46000" cy="39350"/>
            </a:xfrm>
            <a:custGeom>
              <a:avLst/>
              <a:gdLst/>
              <a:ahLst/>
              <a:cxnLst/>
              <a:rect l="l" t="t" r="r" b="b"/>
              <a:pathLst>
                <a:path w="1840" h="1574" extrusionOk="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5062350" y="1316075"/>
              <a:ext cx="46025" cy="39350"/>
            </a:xfrm>
            <a:custGeom>
              <a:avLst/>
              <a:gdLst/>
              <a:ahLst/>
              <a:cxnLst/>
              <a:rect l="l" t="t" r="r" b="b"/>
              <a:pathLst>
                <a:path w="1841" h="1574" extrusionOk="0">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5209475" y="1350400"/>
              <a:ext cx="39725" cy="39725"/>
            </a:xfrm>
            <a:custGeom>
              <a:avLst/>
              <a:gdLst/>
              <a:ahLst/>
              <a:cxnLst/>
              <a:rect l="l" t="t" r="r" b="b"/>
              <a:pathLst>
                <a:path w="1589" h="1589" extrusionOk="0">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2"/>
            <p:cNvSpPr/>
            <p:nvPr/>
          </p:nvSpPr>
          <p:spPr>
            <a:xfrm>
              <a:off x="5173875" y="1248975"/>
              <a:ext cx="46025" cy="39450"/>
            </a:xfrm>
            <a:custGeom>
              <a:avLst/>
              <a:gdLst/>
              <a:ahLst/>
              <a:cxnLst/>
              <a:rect l="l" t="t" r="r" b="b"/>
              <a:pathLst>
                <a:path w="1841" h="1578" extrusionOk="0">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2"/>
            <p:cNvSpPr/>
            <p:nvPr/>
          </p:nvSpPr>
          <p:spPr>
            <a:xfrm>
              <a:off x="5352500" y="938375"/>
              <a:ext cx="46000" cy="39500"/>
            </a:xfrm>
            <a:custGeom>
              <a:avLst/>
              <a:gdLst/>
              <a:ahLst/>
              <a:cxnLst/>
              <a:rect l="l" t="t" r="r" b="b"/>
              <a:pathLst>
                <a:path w="1840" h="1580" extrusionOk="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p:nvPr/>
          </p:nvSpPr>
          <p:spPr>
            <a:xfrm>
              <a:off x="5722650" y="1358275"/>
              <a:ext cx="46000" cy="39525"/>
            </a:xfrm>
            <a:custGeom>
              <a:avLst/>
              <a:gdLst/>
              <a:ahLst/>
              <a:cxnLst/>
              <a:rect l="l" t="t" r="r" b="b"/>
              <a:pathLst>
                <a:path w="1840" h="1581" extrusionOk="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2"/>
            <p:cNvSpPr/>
            <p:nvPr/>
          </p:nvSpPr>
          <p:spPr>
            <a:xfrm>
              <a:off x="5859350" y="1157300"/>
              <a:ext cx="46025" cy="39450"/>
            </a:xfrm>
            <a:custGeom>
              <a:avLst/>
              <a:gdLst/>
              <a:ahLst/>
              <a:cxnLst/>
              <a:rect l="l" t="t" r="r" b="b"/>
              <a:pathLst>
                <a:path w="1841" h="1578" extrusionOk="0">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p:nvPr/>
          </p:nvSpPr>
          <p:spPr>
            <a:xfrm>
              <a:off x="6131225" y="1060900"/>
              <a:ext cx="46025" cy="39350"/>
            </a:xfrm>
            <a:custGeom>
              <a:avLst/>
              <a:gdLst/>
              <a:ahLst/>
              <a:cxnLst/>
              <a:rect l="l" t="t" r="r" b="b"/>
              <a:pathLst>
                <a:path w="1841" h="1574" extrusionOk="0">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p:nvPr/>
          </p:nvSpPr>
          <p:spPr>
            <a:xfrm>
              <a:off x="6358050" y="914425"/>
              <a:ext cx="46000" cy="39350"/>
            </a:xfrm>
            <a:custGeom>
              <a:avLst/>
              <a:gdLst/>
              <a:ahLst/>
              <a:cxnLst/>
              <a:rect l="l" t="t" r="r" b="b"/>
              <a:pathLst>
                <a:path w="1840" h="1574" extrusionOk="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2"/>
            <p:cNvSpPr/>
            <p:nvPr/>
          </p:nvSpPr>
          <p:spPr>
            <a:xfrm>
              <a:off x="6510200" y="1128325"/>
              <a:ext cx="46025" cy="39450"/>
            </a:xfrm>
            <a:custGeom>
              <a:avLst/>
              <a:gdLst/>
              <a:ahLst/>
              <a:cxnLst/>
              <a:rect l="l" t="t" r="r" b="b"/>
              <a:pathLst>
                <a:path w="1841" h="1578" extrusionOk="0">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6708025" y="1051150"/>
              <a:ext cx="46025" cy="39425"/>
            </a:xfrm>
            <a:custGeom>
              <a:avLst/>
              <a:gdLst/>
              <a:ahLst/>
              <a:cxnLst/>
              <a:rect l="l" t="t" r="r" b="b"/>
              <a:pathLst>
                <a:path w="1841" h="1577" extrusionOk="0">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p:nvPr/>
          </p:nvSpPr>
          <p:spPr>
            <a:xfrm>
              <a:off x="7033125" y="1244875"/>
              <a:ext cx="46025" cy="39450"/>
            </a:xfrm>
            <a:custGeom>
              <a:avLst/>
              <a:gdLst/>
              <a:ahLst/>
              <a:cxnLst/>
              <a:rect l="l" t="t" r="r" b="b"/>
              <a:pathLst>
                <a:path w="1841" h="1578" extrusionOk="0">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2"/>
            <p:cNvSpPr/>
            <p:nvPr/>
          </p:nvSpPr>
          <p:spPr>
            <a:xfrm>
              <a:off x="4898850" y="1313550"/>
              <a:ext cx="46025" cy="39350"/>
            </a:xfrm>
            <a:custGeom>
              <a:avLst/>
              <a:gdLst/>
              <a:ahLst/>
              <a:cxnLst/>
              <a:rect l="l" t="t" r="r" b="b"/>
              <a:pathLst>
                <a:path w="1841" h="1574" extrusionOk="0">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p:nvPr/>
          </p:nvSpPr>
          <p:spPr>
            <a:xfrm>
              <a:off x="5551575" y="1234800"/>
              <a:ext cx="46025" cy="39350"/>
            </a:xfrm>
            <a:custGeom>
              <a:avLst/>
              <a:gdLst/>
              <a:ahLst/>
              <a:cxnLst/>
              <a:rect l="l" t="t" r="r" b="b"/>
              <a:pathLst>
                <a:path w="1841" h="1574" extrusionOk="0">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2"/>
            <p:cNvSpPr/>
            <p:nvPr/>
          </p:nvSpPr>
          <p:spPr>
            <a:xfrm>
              <a:off x="5887400" y="907725"/>
              <a:ext cx="45075" cy="39575"/>
            </a:xfrm>
            <a:custGeom>
              <a:avLst/>
              <a:gdLst/>
              <a:ahLst/>
              <a:cxnLst/>
              <a:rect l="l" t="t" r="r" b="b"/>
              <a:pathLst>
                <a:path w="1803" h="1583" extrusionOk="0">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2"/>
            <p:cNvSpPr/>
            <p:nvPr/>
          </p:nvSpPr>
          <p:spPr>
            <a:xfrm>
              <a:off x="6166200" y="1209275"/>
              <a:ext cx="39700" cy="39725"/>
            </a:xfrm>
            <a:custGeom>
              <a:avLst/>
              <a:gdLst/>
              <a:ahLst/>
              <a:cxnLst/>
              <a:rect l="l" t="t" r="r" b="b"/>
              <a:pathLst>
                <a:path w="1588" h="1589" extrusionOk="0">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6373800" y="1380650"/>
              <a:ext cx="39700" cy="39400"/>
            </a:xfrm>
            <a:custGeom>
              <a:avLst/>
              <a:gdLst/>
              <a:ahLst/>
              <a:cxnLst/>
              <a:rect l="l" t="t" r="r" b="b"/>
              <a:pathLst>
                <a:path w="1588" h="1576" extrusionOk="0">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2"/>
            <p:cNvSpPr/>
            <p:nvPr/>
          </p:nvSpPr>
          <p:spPr>
            <a:xfrm>
              <a:off x="6594950" y="1344425"/>
              <a:ext cx="46000" cy="39350"/>
            </a:xfrm>
            <a:custGeom>
              <a:avLst/>
              <a:gdLst/>
              <a:ahLst/>
              <a:cxnLst/>
              <a:rect l="l" t="t" r="r" b="b"/>
              <a:pathLst>
                <a:path w="1840" h="1574" extrusionOk="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p:nvPr/>
          </p:nvSpPr>
          <p:spPr>
            <a:xfrm>
              <a:off x="6731025" y="1382850"/>
              <a:ext cx="46025" cy="39475"/>
            </a:xfrm>
            <a:custGeom>
              <a:avLst/>
              <a:gdLst/>
              <a:ahLst/>
              <a:cxnLst/>
              <a:rect l="l" t="t" r="r" b="b"/>
              <a:pathLst>
                <a:path w="1841" h="1579" extrusionOk="0">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p:nvPr/>
          </p:nvSpPr>
          <p:spPr>
            <a:xfrm>
              <a:off x="6891700" y="1116350"/>
              <a:ext cx="46000" cy="39350"/>
            </a:xfrm>
            <a:custGeom>
              <a:avLst/>
              <a:gdLst/>
              <a:ahLst/>
              <a:cxnLst/>
              <a:rect l="l" t="t" r="r" b="b"/>
              <a:pathLst>
                <a:path w="1840" h="1574" extrusionOk="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2"/>
            <p:cNvSpPr/>
            <p:nvPr/>
          </p:nvSpPr>
          <p:spPr>
            <a:xfrm>
              <a:off x="7059275" y="1035400"/>
              <a:ext cx="46025" cy="39450"/>
            </a:xfrm>
            <a:custGeom>
              <a:avLst/>
              <a:gdLst/>
              <a:ahLst/>
              <a:cxnLst/>
              <a:rect l="l" t="t" r="r" b="b"/>
              <a:pathLst>
                <a:path w="1841" h="1578" extrusionOk="0">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p:nvPr/>
          </p:nvSpPr>
          <p:spPr>
            <a:xfrm>
              <a:off x="4708275" y="856450"/>
              <a:ext cx="2575650" cy="667875"/>
            </a:xfrm>
            <a:custGeom>
              <a:avLst/>
              <a:gdLst/>
              <a:ahLst/>
              <a:cxnLst/>
              <a:rect l="l" t="t" r="r" b="b"/>
              <a:pathLst>
                <a:path w="103026" h="26715" extrusionOk="0">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4558950" y="1523350"/>
              <a:ext cx="2813800" cy="3825"/>
            </a:xfrm>
            <a:custGeom>
              <a:avLst/>
              <a:gdLst/>
              <a:ahLst/>
              <a:cxnLst/>
              <a:rect l="l" t="t" r="r" b="b"/>
              <a:pathLst>
                <a:path w="112552" h="153" extrusionOk="0">
                  <a:moveTo>
                    <a:pt x="1" y="1"/>
                  </a:moveTo>
                  <a:lnTo>
                    <a:pt x="1" y="152"/>
                  </a:lnTo>
                  <a:lnTo>
                    <a:pt x="112552" y="152"/>
                  </a:lnTo>
                  <a:lnTo>
                    <a:pt x="112552"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p:nvPr/>
          </p:nvSpPr>
          <p:spPr>
            <a:xfrm>
              <a:off x="4967225" y="1418775"/>
              <a:ext cx="46025" cy="39450"/>
            </a:xfrm>
            <a:custGeom>
              <a:avLst/>
              <a:gdLst/>
              <a:ahLst/>
              <a:cxnLst/>
              <a:rect l="l" t="t" r="r" b="b"/>
              <a:pathLst>
                <a:path w="1841" h="1578" extrusionOk="0">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5101172" y="992325"/>
              <a:ext cx="42875" cy="39850"/>
            </a:xfrm>
            <a:custGeom>
              <a:avLst/>
              <a:gdLst/>
              <a:ahLst/>
              <a:cxnLst/>
              <a:rect l="l" t="t" r="r" b="b"/>
              <a:pathLst>
                <a:path w="1715" h="1594" extrusionOk="0">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p:nvPr/>
          </p:nvSpPr>
          <p:spPr>
            <a:xfrm>
              <a:off x="5364775" y="1136200"/>
              <a:ext cx="46025" cy="39450"/>
            </a:xfrm>
            <a:custGeom>
              <a:avLst/>
              <a:gdLst/>
              <a:ahLst/>
              <a:cxnLst/>
              <a:rect l="l" t="t" r="r" b="b"/>
              <a:pathLst>
                <a:path w="1841" h="1578" extrusionOk="0">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2"/>
            <p:cNvSpPr/>
            <p:nvPr/>
          </p:nvSpPr>
          <p:spPr>
            <a:xfrm>
              <a:off x="5581825" y="976800"/>
              <a:ext cx="46025" cy="39525"/>
            </a:xfrm>
            <a:custGeom>
              <a:avLst/>
              <a:gdLst/>
              <a:ahLst/>
              <a:cxnLst/>
              <a:rect l="l" t="t" r="r" b="b"/>
              <a:pathLst>
                <a:path w="1841" h="1581" extrusionOk="0">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2"/>
            <p:cNvSpPr/>
            <p:nvPr/>
          </p:nvSpPr>
          <p:spPr>
            <a:xfrm>
              <a:off x="5838875" y="1036025"/>
              <a:ext cx="46025" cy="39450"/>
            </a:xfrm>
            <a:custGeom>
              <a:avLst/>
              <a:gdLst/>
              <a:ahLst/>
              <a:cxnLst/>
              <a:rect l="l" t="t" r="r" b="b"/>
              <a:pathLst>
                <a:path w="1841" h="1578" extrusionOk="0">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p:nvPr/>
          </p:nvSpPr>
          <p:spPr>
            <a:xfrm>
              <a:off x="6316150" y="1138400"/>
              <a:ext cx="39700" cy="39400"/>
            </a:xfrm>
            <a:custGeom>
              <a:avLst/>
              <a:gdLst/>
              <a:ahLst/>
              <a:cxnLst/>
              <a:rect l="l" t="t" r="r" b="b"/>
              <a:pathLst>
                <a:path w="1588" h="1576" extrusionOk="0">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6675275" y="1230075"/>
              <a:ext cx="46000" cy="39350"/>
            </a:xfrm>
            <a:custGeom>
              <a:avLst/>
              <a:gdLst/>
              <a:ahLst/>
              <a:cxnLst/>
              <a:rect l="l" t="t" r="r" b="b"/>
              <a:pathLst>
                <a:path w="1840" h="1574" extrusionOk="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2"/>
            <p:cNvSpPr/>
            <p:nvPr/>
          </p:nvSpPr>
          <p:spPr>
            <a:xfrm>
              <a:off x="6863325" y="967025"/>
              <a:ext cx="46350" cy="39350"/>
            </a:xfrm>
            <a:custGeom>
              <a:avLst/>
              <a:gdLst/>
              <a:ahLst/>
              <a:cxnLst/>
              <a:rect l="l" t="t" r="r" b="b"/>
              <a:pathLst>
                <a:path w="1854" h="1574" extrusionOk="0">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2"/>
            <p:cNvSpPr/>
            <p:nvPr/>
          </p:nvSpPr>
          <p:spPr>
            <a:xfrm>
              <a:off x="6956275" y="1323000"/>
              <a:ext cx="46000" cy="39350"/>
            </a:xfrm>
            <a:custGeom>
              <a:avLst/>
              <a:gdLst/>
              <a:ahLst/>
              <a:cxnLst/>
              <a:rect l="l" t="t" r="r" b="b"/>
              <a:pathLst>
                <a:path w="1840" h="1574" extrusionOk="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7"/>
        <p:cNvGrpSpPr/>
        <p:nvPr/>
      </p:nvGrpSpPr>
      <p:grpSpPr>
        <a:xfrm>
          <a:off x="0" y="0"/>
          <a:ext cx="0" cy="0"/>
          <a:chOff x="0" y="0"/>
          <a:chExt cx="0" cy="0"/>
        </a:xfrm>
      </p:grpSpPr>
      <p:sp>
        <p:nvSpPr>
          <p:cNvPr id="258" name="Google Shape;258;p13"/>
          <p:cNvSpPr txBox="1">
            <a:spLocks noGrp="1"/>
          </p:cNvSpPr>
          <p:nvPr>
            <p:ph type="subTitle" idx="1"/>
          </p:nvPr>
        </p:nvSpPr>
        <p:spPr>
          <a:xfrm>
            <a:off x="6429027"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59" name="Google Shape;259;p13"/>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285750" y="454265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a:off x="439150" y="48034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txBox="1">
            <a:spLocks noGrp="1"/>
          </p:cNvSpPr>
          <p:nvPr>
            <p:ph type="ctrTitle"/>
          </p:nvPr>
        </p:nvSpPr>
        <p:spPr>
          <a:xfrm>
            <a:off x="970814" y="3396800"/>
            <a:ext cx="2152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0" name="Google Shape;270;p13"/>
          <p:cNvSpPr txBox="1">
            <a:spLocks noGrp="1"/>
          </p:cNvSpPr>
          <p:nvPr>
            <p:ph type="subTitle" idx="2"/>
          </p:nvPr>
        </p:nvSpPr>
        <p:spPr>
          <a:xfrm>
            <a:off x="970814"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1" name="Google Shape;271;p13"/>
          <p:cNvSpPr txBox="1">
            <a:spLocks noGrp="1"/>
          </p:cNvSpPr>
          <p:nvPr>
            <p:ph type="title" idx="3" hasCustomPrompt="1"/>
          </p:nvPr>
        </p:nvSpPr>
        <p:spPr>
          <a:xfrm>
            <a:off x="970814"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2" name="Google Shape;272;p13"/>
          <p:cNvSpPr txBox="1">
            <a:spLocks noGrp="1"/>
          </p:cNvSpPr>
          <p:nvPr>
            <p:ph type="ctrTitle" idx="4"/>
          </p:nvPr>
        </p:nvSpPr>
        <p:spPr>
          <a:xfrm>
            <a:off x="3690348" y="3396800"/>
            <a:ext cx="13866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3" name="Google Shape;273;p13"/>
          <p:cNvSpPr txBox="1">
            <a:spLocks noGrp="1"/>
          </p:cNvSpPr>
          <p:nvPr>
            <p:ph type="subTitle" idx="5"/>
          </p:nvPr>
        </p:nvSpPr>
        <p:spPr>
          <a:xfrm>
            <a:off x="3690341"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4" name="Google Shape;274;p13"/>
          <p:cNvSpPr txBox="1">
            <a:spLocks noGrp="1"/>
          </p:cNvSpPr>
          <p:nvPr>
            <p:ph type="title" idx="6" hasCustomPrompt="1"/>
          </p:nvPr>
        </p:nvSpPr>
        <p:spPr>
          <a:xfrm>
            <a:off x="3690341"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5" name="Google Shape;275;p13"/>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276" name="Google Shape;276;p13"/>
          <p:cNvSpPr txBox="1">
            <a:spLocks noGrp="1"/>
          </p:cNvSpPr>
          <p:nvPr>
            <p:ph type="ctrTitle" idx="8"/>
          </p:nvPr>
        </p:nvSpPr>
        <p:spPr>
          <a:xfrm>
            <a:off x="6428436" y="3377738"/>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7" name="Google Shape;277;p13"/>
          <p:cNvSpPr txBox="1">
            <a:spLocks noGrp="1"/>
          </p:cNvSpPr>
          <p:nvPr>
            <p:ph type="title" idx="9" hasCustomPrompt="1"/>
          </p:nvPr>
        </p:nvSpPr>
        <p:spPr>
          <a:xfrm>
            <a:off x="6428436"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8" name="Google Shape;278;p13"/>
          <p:cNvSpPr txBox="1">
            <a:spLocks noGrp="1"/>
          </p:cNvSpPr>
          <p:nvPr>
            <p:ph type="ctrTitle" idx="13"/>
          </p:nvPr>
        </p:nvSpPr>
        <p:spPr>
          <a:xfrm>
            <a:off x="6429027" y="3396800"/>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438003"/>
            <a:ext cx="3908700" cy="2547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2"/>
              </a:buClr>
              <a:buSzPts val="1200"/>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2069712"/>
            <a:ext cx="3908700" cy="1915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3"/>
              </a:buClr>
              <a:buSzPts val="1200"/>
              <a:buChar char="●"/>
              <a:defRPr sz="1200"/>
            </a:lvl1pPr>
            <a:lvl2pPr marL="914400" lvl="1" indent="-292100" rtl="0">
              <a:spcBef>
                <a:spcPts val="0"/>
              </a:spcBef>
              <a:spcAft>
                <a:spcPts val="0"/>
              </a:spcAft>
              <a:buClr>
                <a:schemeClr val="dk1"/>
              </a:buClr>
              <a:buSzPts val="1000"/>
              <a:buFont typeface="Nunito Light"/>
              <a:buChar char="○"/>
              <a:defRPr/>
            </a:lvl2pPr>
            <a:lvl3pPr marL="1371600" lvl="2" indent="-292100" rtl="0">
              <a:spcBef>
                <a:spcPts val="1600"/>
              </a:spcBef>
              <a:spcAft>
                <a:spcPts val="0"/>
              </a:spcAft>
              <a:buClr>
                <a:schemeClr val="dk1"/>
              </a:buClr>
              <a:buSzPts val="1000"/>
              <a:buFont typeface="Nunito Light"/>
              <a:buChar char="■"/>
              <a:defRPr/>
            </a:lvl3pPr>
            <a:lvl4pPr marL="1828800" lvl="3" indent="-292100" rtl="0">
              <a:spcBef>
                <a:spcPts val="1600"/>
              </a:spcBef>
              <a:spcAft>
                <a:spcPts val="0"/>
              </a:spcAft>
              <a:buClr>
                <a:schemeClr val="dk1"/>
              </a:buClr>
              <a:buSzPts val="1000"/>
              <a:buFont typeface="Nunito Light"/>
              <a:buChar char="●"/>
              <a:defRPr/>
            </a:lvl4pPr>
            <a:lvl5pPr marL="2286000" lvl="4" indent="-292100" rtl="0">
              <a:spcBef>
                <a:spcPts val="1600"/>
              </a:spcBef>
              <a:spcAft>
                <a:spcPts val="0"/>
              </a:spcAft>
              <a:buClr>
                <a:schemeClr val="dk1"/>
              </a:buClr>
              <a:buSzPts val="1000"/>
              <a:buFont typeface="Nunito Light"/>
              <a:buChar char="○"/>
              <a:defRPr/>
            </a:lvl5pPr>
            <a:lvl6pPr marL="2743200" lvl="5" indent="-292100" rtl="0">
              <a:spcBef>
                <a:spcPts val="1600"/>
              </a:spcBef>
              <a:spcAft>
                <a:spcPts val="0"/>
              </a:spcAft>
              <a:buClr>
                <a:schemeClr val="dk1"/>
              </a:buClr>
              <a:buSzPts val="1000"/>
              <a:buFont typeface="Nunito Light"/>
              <a:buChar char="■"/>
              <a:defRPr/>
            </a:lvl6pPr>
            <a:lvl7pPr marL="3200400" lvl="6" indent="-292100" rtl="0">
              <a:spcBef>
                <a:spcPts val="1600"/>
              </a:spcBef>
              <a:spcAft>
                <a:spcPts val="0"/>
              </a:spcAft>
              <a:buClr>
                <a:schemeClr val="dk1"/>
              </a:buClr>
              <a:buSzPts val="1000"/>
              <a:buFont typeface="Nunito Light"/>
              <a:buChar char="●"/>
              <a:defRPr/>
            </a:lvl7pPr>
            <a:lvl8pPr marL="3657600" lvl="7" indent="-292100" rtl="0">
              <a:spcBef>
                <a:spcPts val="1600"/>
              </a:spcBef>
              <a:spcAft>
                <a:spcPts val="0"/>
              </a:spcAft>
              <a:buClr>
                <a:schemeClr val="dk1"/>
              </a:buClr>
              <a:buSzPts val="1000"/>
              <a:buFont typeface="Nunito Light"/>
              <a:buChar char="○"/>
              <a:defRPr/>
            </a:lvl8pPr>
            <a:lvl9pPr marL="4114800" lvl="8" indent="-292100" rtl="0">
              <a:spcBef>
                <a:spcPts val="1600"/>
              </a:spcBef>
              <a:spcAft>
                <a:spcPts val="1600"/>
              </a:spcAft>
              <a:buClr>
                <a:schemeClr val="dk1"/>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 id="2147483655" r:id="rId2"/>
    <p:sldLayoutId id="2147483657" r:id="rId3"/>
    <p:sldLayoutId id="2147483658" r:id="rId4"/>
    <p:sldLayoutId id="2147483659" r:id="rId5"/>
    <p:sldLayoutId id="2147483666"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free-vector/dashboard-element-collection-template_6100740.htm/?utm_source=slidesgo_template&amp;utm_medium=referral-link&amp;utm_campaign=sg_resources&amp;utm_content=freepik"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command:cellOutput.enableScrolling?15da663a-2c78-4039-9d75-db6e59327649"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hyperlink" Target="command:workbench.action.openSettings?%5B%22%40tag%3AnotebookOutputLayout%22%5D" TargetMode="External"/><Relationship Id="rId4" Type="http://schemas.openxmlformats.org/officeDocument/2006/relationships/hyperlink" Target="command:workbench.action.openLargeOutput?15da663a-2c78-4039-9d75-db6e59327649"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9" name="Picture 8">
            <a:extLst>
              <a:ext uri="{FF2B5EF4-FFF2-40B4-BE49-F238E27FC236}">
                <a16:creationId xmlns:a16="http://schemas.microsoft.com/office/drawing/2014/main" id="{8BF45E57-2ED1-9992-E58C-0136304016DA}"/>
              </a:ext>
            </a:extLst>
          </p:cNvPr>
          <p:cNvPicPr>
            <a:picLocks noChangeAspect="1"/>
          </p:cNvPicPr>
          <p:nvPr/>
        </p:nvPicPr>
        <p:blipFill>
          <a:blip r:embed="rId3"/>
          <a:stretch>
            <a:fillRect/>
          </a:stretch>
        </p:blipFill>
        <p:spPr>
          <a:xfrm>
            <a:off x="0" y="2571750"/>
            <a:ext cx="4605227" cy="2571750"/>
          </a:xfrm>
          <a:prstGeom prst="rect">
            <a:avLst/>
          </a:prstGeom>
        </p:spPr>
      </p:pic>
      <p:pic>
        <p:nvPicPr>
          <p:cNvPr id="11" name="Picture 10" descr="A hand touching a digital globe&#10;&#10;Description automatically generated">
            <a:extLst>
              <a:ext uri="{FF2B5EF4-FFF2-40B4-BE49-F238E27FC236}">
                <a16:creationId xmlns:a16="http://schemas.microsoft.com/office/drawing/2014/main" id="{4AAB456D-7FE9-5237-E23D-6EC0009B6B6B}"/>
              </a:ext>
            </a:extLst>
          </p:cNvPr>
          <p:cNvPicPr>
            <a:picLocks noChangeAspect="1"/>
          </p:cNvPicPr>
          <p:nvPr/>
        </p:nvPicPr>
        <p:blipFill>
          <a:blip r:embed="rId4"/>
          <a:stretch>
            <a:fillRect/>
          </a:stretch>
        </p:blipFill>
        <p:spPr>
          <a:xfrm>
            <a:off x="4605227" y="0"/>
            <a:ext cx="4538774" cy="2559018"/>
          </a:xfrm>
          <a:prstGeom prst="rect">
            <a:avLst/>
          </a:prstGeom>
        </p:spPr>
      </p:pic>
      <p:sp>
        <p:nvSpPr>
          <p:cNvPr id="12" name="Google Shape;436;p25">
            <a:extLst>
              <a:ext uri="{FF2B5EF4-FFF2-40B4-BE49-F238E27FC236}">
                <a16:creationId xmlns:a16="http://schemas.microsoft.com/office/drawing/2014/main" id="{8D94758B-24A9-3CAD-C48E-0B5B95EA8FCA}"/>
              </a:ext>
            </a:extLst>
          </p:cNvPr>
          <p:cNvSpPr txBox="1">
            <a:spLocks noGrp="1"/>
          </p:cNvSpPr>
          <p:nvPr>
            <p:ph type="ctrTitle"/>
          </p:nvPr>
        </p:nvSpPr>
        <p:spPr>
          <a:xfrm>
            <a:off x="-585557" y="-145790"/>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Investment Campaign</a:t>
            </a:r>
            <a:br>
              <a:rPr lang="en-US" dirty="0"/>
            </a:br>
            <a:r>
              <a:rPr lang="en-US" dirty="0"/>
              <a:t>Case Study</a:t>
            </a:r>
            <a:endParaRPr dirty="0"/>
          </a:p>
        </p:txBody>
      </p:sp>
      <p:sp>
        <p:nvSpPr>
          <p:cNvPr id="16" name="Google Shape;435;p25">
            <a:extLst>
              <a:ext uri="{FF2B5EF4-FFF2-40B4-BE49-F238E27FC236}">
                <a16:creationId xmlns:a16="http://schemas.microsoft.com/office/drawing/2014/main" id="{ACC35389-E105-E656-7F90-A9569D3FB67A}"/>
              </a:ext>
            </a:extLst>
          </p:cNvPr>
          <p:cNvSpPr txBox="1">
            <a:spLocks/>
          </p:cNvSpPr>
          <p:nvPr/>
        </p:nvSpPr>
        <p:spPr>
          <a:xfrm>
            <a:off x="4910817" y="3078603"/>
            <a:ext cx="3959678" cy="21628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Maven Pro"/>
              <a:buChar char="●"/>
              <a:defRPr sz="1200" b="0" i="0" u="none" strike="noStrike" cap="none">
                <a:solidFill>
                  <a:schemeClr val="lt1"/>
                </a:solidFill>
                <a:latin typeface="Maven Pro"/>
                <a:ea typeface="Maven Pro"/>
                <a:cs typeface="Maven Pro"/>
                <a:sym typeface="Maven Pro"/>
              </a:defRPr>
            </a:lvl1pPr>
            <a:lvl2pPr marL="914400" marR="0" lvl="1"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2pPr>
            <a:lvl3pPr marL="1371600" marR="0" lvl="2"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3pPr>
            <a:lvl4pPr marL="1828800" marR="0" lvl="3"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4pPr>
            <a:lvl5pPr marL="2286000" marR="0" lvl="4"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5pPr>
            <a:lvl6pPr marL="2743200" marR="0" lvl="5"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6pPr>
            <a:lvl7pPr marL="3200400" marR="0" lvl="6"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7pPr>
            <a:lvl8pPr marL="3657600" marR="0" lvl="7"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8pPr>
            <a:lvl9pPr marL="4114800" marR="0" lvl="8" indent="-292100" algn="l" rtl="0">
              <a:lnSpc>
                <a:spcPct val="115000"/>
              </a:lnSpc>
              <a:spcBef>
                <a:spcPts val="1600"/>
              </a:spcBef>
              <a:spcAft>
                <a:spcPts val="160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9pPr>
          </a:lstStyle>
          <a:p>
            <a:pPr marL="0" indent="0" algn="ctr">
              <a:buFont typeface="Maven Pro"/>
              <a:buNone/>
            </a:pPr>
            <a:r>
              <a:rPr lang="en-US" sz="1800" dirty="0" err="1">
                <a:latin typeface="Share Tech"/>
                <a:sym typeface="Share Tech"/>
              </a:rPr>
              <a:t>Vojtěch</a:t>
            </a:r>
            <a:r>
              <a:rPr lang="en-US" sz="1800" dirty="0">
                <a:latin typeface="Share Tech"/>
                <a:sym typeface="Share Tech"/>
              </a:rPr>
              <a:t> </a:t>
            </a:r>
            <a:r>
              <a:rPr lang="en-US" sz="1800" dirty="0" err="1">
                <a:latin typeface="Share Tech"/>
                <a:sym typeface="Share Tech"/>
              </a:rPr>
              <a:t>Flídr</a:t>
            </a:r>
            <a:endParaRPr lang="en-US" sz="1800" dirty="0">
              <a:latin typeface="Share Tech"/>
              <a:sym typeface="Share Tech"/>
            </a:endParaRPr>
          </a:p>
          <a:p>
            <a:pPr marL="0" indent="0" algn="ctr">
              <a:buFont typeface="Maven Pro"/>
              <a:buNone/>
            </a:pPr>
            <a:r>
              <a:rPr lang="en-US" sz="1800" dirty="0">
                <a:latin typeface="Share Tech"/>
                <a:sym typeface="Share Tech"/>
              </a:rPr>
              <a:t>Zuzana </a:t>
            </a:r>
            <a:r>
              <a:rPr lang="en-US" sz="1800" dirty="0" err="1">
                <a:latin typeface="Share Tech"/>
                <a:sym typeface="Share Tech"/>
              </a:rPr>
              <a:t>Shivram</a:t>
            </a:r>
            <a:r>
              <a:rPr lang="en-US" sz="1800" dirty="0">
                <a:latin typeface="Share Tech"/>
                <a:sym typeface="Share Tech"/>
              </a:rPr>
              <a:t> Sami</a:t>
            </a:r>
          </a:p>
          <a:p>
            <a:pPr marL="0" indent="0" algn="ctr">
              <a:buNone/>
            </a:pPr>
            <a:r>
              <a:rPr lang="en-US" sz="1800" dirty="0">
                <a:latin typeface="Share Tech"/>
                <a:sym typeface="Share Tech"/>
              </a:rPr>
              <a:t>Daniela </a:t>
            </a:r>
            <a:r>
              <a:rPr lang="en-US" sz="1800" dirty="0" err="1">
                <a:latin typeface="Share Tech"/>
                <a:sym typeface="Share Tech"/>
              </a:rPr>
              <a:t>Pinkasová</a:t>
            </a:r>
            <a:endParaRPr lang="en-US" sz="1800" dirty="0">
              <a:latin typeface="Share Tech"/>
              <a:sym typeface="Share Tech"/>
            </a:endParaRPr>
          </a:p>
          <a:p>
            <a:pPr marL="0" indent="0" algn="ctr">
              <a:buFont typeface="Maven Pro"/>
              <a:buNone/>
            </a:pPr>
            <a:endParaRPr lang="en-US" sz="1800" dirty="0">
              <a:latin typeface="Share Tech"/>
              <a:sym typeface="Share Tech"/>
            </a:endParaRPr>
          </a:p>
          <a:p>
            <a:pPr marL="0" indent="0" algn="ctr">
              <a:lnSpc>
                <a:spcPct val="150000"/>
              </a:lnSpc>
              <a:buFont typeface="Maven Pro"/>
              <a:buNone/>
            </a:pPr>
            <a:r>
              <a:rPr lang="en-US" sz="1400" dirty="0">
                <a:latin typeface="Share Tech"/>
                <a:sym typeface="Share Tech"/>
              </a:rPr>
              <a:t>Data Science Coding Bootcamp Team</a:t>
            </a:r>
          </a:p>
          <a:p>
            <a:pPr marL="0" indent="0" algn="ctr">
              <a:buFont typeface="Maven Pro"/>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Case Study Definition &amp; Objectives </a:t>
            </a:r>
            <a:endParaRPr dirty="0"/>
          </a:p>
        </p:txBody>
      </p:sp>
      <p:sp>
        <p:nvSpPr>
          <p:cNvPr id="18" name="Google Shape;1580;p49">
            <a:extLst>
              <a:ext uri="{FF2B5EF4-FFF2-40B4-BE49-F238E27FC236}">
                <a16:creationId xmlns:a16="http://schemas.microsoft.com/office/drawing/2014/main" id="{8A60A1C3-62F9-0A68-2575-86061FF9F114}"/>
              </a:ext>
            </a:extLst>
          </p:cNvPr>
          <p:cNvSpPr txBox="1">
            <a:spLocks/>
          </p:cNvSpPr>
          <p:nvPr/>
        </p:nvSpPr>
        <p:spPr>
          <a:xfrm>
            <a:off x="759969" y="1168581"/>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241300" indent="-215900">
              <a:lnSpc>
                <a:spcPct val="150000"/>
              </a:lnSpc>
              <a:spcBef>
                <a:spcPts val="300"/>
              </a:spcBef>
              <a:buClr>
                <a:schemeClr val="accent2"/>
              </a:buClr>
              <a:buSzPts val="1400"/>
              <a:buFont typeface="Maven Pro"/>
              <a:buChar char="●"/>
            </a:pPr>
            <a:r>
              <a:rPr lang="en-GB" sz="1600" dirty="0">
                <a:uFill>
                  <a:noFill/>
                </a:uFill>
              </a:rPr>
              <a:t>Banking campaign for investment product</a:t>
            </a:r>
          </a:p>
          <a:p>
            <a:pPr marL="241300" indent="-215900">
              <a:lnSpc>
                <a:spcPct val="150000"/>
              </a:lnSpc>
              <a:spcBef>
                <a:spcPts val="300"/>
              </a:spcBef>
              <a:buClr>
                <a:schemeClr val="accent2"/>
              </a:buClr>
              <a:buSzPts val="1400"/>
              <a:buFont typeface="Maven Pro"/>
              <a:buChar char="●"/>
            </a:pPr>
            <a:r>
              <a:rPr lang="en-GB" sz="1600" dirty="0">
                <a:uFill>
                  <a:noFill/>
                </a:uFill>
              </a:rPr>
              <a:t>First round of campaign already performed, results are available</a:t>
            </a:r>
          </a:p>
          <a:p>
            <a:pPr marL="654050" lvl="1" indent="-171450">
              <a:lnSpc>
                <a:spcPct val="150000"/>
              </a:lnSpc>
              <a:spcBef>
                <a:spcPts val="300"/>
              </a:spcBef>
              <a:buClr>
                <a:schemeClr val="accent2"/>
              </a:buClr>
              <a:buSzPts val="1400"/>
              <a:buFont typeface="Arial" panose="020B0604020202020204" pitchFamily="34" charset="0"/>
              <a:buChar char="•"/>
            </a:pPr>
            <a:r>
              <a:rPr lang="en-GB" sz="1200" dirty="0">
                <a:solidFill>
                  <a:schemeClr val="bg1"/>
                </a:solidFill>
                <a:uFill>
                  <a:noFill/>
                </a:uFill>
              </a:rPr>
              <a:t>Result for each client: success = client invested, failure = client did not invest</a:t>
            </a:r>
          </a:p>
          <a:p>
            <a:pPr marL="241300" indent="-215900">
              <a:lnSpc>
                <a:spcPct val="150000"/>
              </a:lnSpc>
              <a:spcBef>
                <a:spcPts val="300"/>
              </a:spcBef>
              <a:buClr>
                <a:schemeClr val="accent2"/>
              </a:buClr>
              <a:buSzPts val="1400"/>
              <a:buFont typeface="Maven Pro"/>
              <a:buChar char="●"/>
            </a:pPr>
            <a:r>
              <a:rPr lang="en-GB" sz="1600" dirty="0"/>
              <a:t>Objective of the case study is to target additional 3,000 clients for second round of campaign who are most likely to invest and therefore maximize bank’s revenue</a:t>
            </a:r>
          </a:p>
          <a:p>
            <a:pPr marL="241300" indent="-215900">
              <a:lnSpc>
                <a:spcPct val="150000"/>
              </a:lnSpc>
              <a:spcBef>
                <a:spcPts val="300"/>
              </a:spcBef>
              <a:buClr>
                <a:schemeClr val="accent2"/>
              </a:buClr>
              <a:buSzPts val="1400"/>
              <a:buFont typeface="Maven Pro"/>
              <a:buChar char="●"/>
            </a:pPr>
            <a:r>
              <a:rPr lang="en-GB" sz="1600" dirty="0">
                <a:uFill>
                  <a:noFill/>
                </a:uFill>
                <a:hlinkClick r:id="rId3"/>
              </a:rPr>
              <a:t>Clients will be offered a cash-back bonus of 1,000 CZK</a:t>
            </a:r>
            <a:r>
              <a:rPr lang="en-GB" sz="1600" dirty="0">
                <a:uFill>
                  <a:noFill/>
                </a:uFill>
              </a:rPr>
              <a:t> if they decide to invest in the product</a:t>
            </a:r>
            <a:endParaRPr lang="en-GB"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cxnSp>
        <p:nvCxnSpPr>
          <p:cNvPr id="1086" name="Google Shape;1086;p38"/>
          <p:cNvCxnSpPr/>
          <p:nvPr/>
        </p:nvCxnSpPr>
        <p:spPr>
          <a:xfrm>
            <a:off x="891326" y="2476984"/>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7" name="Google Shape;1087;p38"/>
          <p:cNvCxnSpPr/>
          <p:nvPr/>
        </p:nvCxnSpPr>
        <p:spPr>
          <a:xfrm>
            <a:off x="2244161" y="2877300"/>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8" name="Google Shape;1088;p38"/>
          <p:cNvCxnSpPr/>
          <p:nvPr/>
        </p:nvCxnSpPr>
        <p:spPr>
          <a:xfrm>
            <a:off x="5116371" y="2851199"/>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9" name="Google Shape;1089;p38"/>
          <p:cNvCxnSpPr/>
          <p:nvPr/>
        </p:nvCxnSpPr>
        <p:spPr>
          <a:xfrm>
            <a:off x="8098252" y="2900450"/>
            <a:ext cx="0" cy="455100"/>
          </a:xfrm>
          <a:prstGeom prst="straightConnector1">
            <a:avLst/>
          </a:prstGeom>
          <a:noFill/>
          <a:ln w="19050" cap="flat" cmpd="sng">
            <a:solidFill>
              <a:schemeClr val="lt2"/>
            </a:solidFill>
            <a:prstDash val="solid"/>
            <a:round/>
            <a:headEnd type="none" w="med" len="med"/>
            <a:tailEnd type="none" w="med" len="med"/>
          </a:ln>
        </p:spPr>
      </p:cxnSp>
      <p:sp>
        <p:nvSpPr>
          <p:cNvPr id="1090" name="Google Shape;1090;p38"/>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Workflow</a:t>
            </a:r>
            <a:endParaRPr dirty="0"/>
          </a:p>
        </p:txBody>
      </p:sp>
      <p:cxnSp>
        <p:nvCxnSpPr>
          <p:cNvPr id="1091" name="Google Shape;1091;p38"/>
          <p:cNvCxnSpPr>
            <a:cxnSpLocks/>
          </p:cNvCxnSpPr>
          <p:nvPr/>
        </p:nvCxnSpPr>
        <p:spPr>
          <a:xfrm>
            <a:off x="-57150" y="2859650"/>
            <a:ext cx="9201150" cy="0"/>
          </a:xfrm>
          <a:prstGeom prst="straightConnector1">
            <a:avLst/>
          </a:prstGeom>
          <a:noFill/>
          <a:ln w="19050" cap="flat" cmpd="sng">
            <a:solidFill>
              <a:schemeClr val="lt2"/>
            </a:solidFill>
            <a:prstDash val="solid"/>
            <a:round/>
            <a:headEnd type="none" w="med" len="med"/>
            <a:tailEnd type="none" w="med" len="med"/>
          </a:ln>
        </p:spPr>
      </p:cxnSp>
      <p:grpSp>
        <p:nvGrpSpPr>
          <p:cNvPr id="1092" name="Google Shape;1092;p38"/>
          <p:cNvGrpSpPr/>
          <p:nvPr/>
        </p:nvGrpSpPr>
        <p:grpSpPr>
          <a:xfrm>
            <a:off x="704588" y="2674033"/>
            <a:ext cx="373500" cy="373500"/>
            <a:chOff x="1372725" y="1912500"/>
            <a:chExt cx="373500" cy="373500"/>
          </a:xfrm>
        </p:grpSpPr>
        <p:sp>
          <p:nvSpPr>
            <p:cNvPr id="1093" name="Google Shape;1093;p38"/>
            <p:cNvSpPr/>
            <p:nvPr/>
          </p:nvSpPr>
          <p:spPr>
            <a:xfrm>
              <a:off x="14640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8"/>
            <p:cNvSpPr/>
            <p:nvPr/>
          </p:nvSpPr>
          <p:spPr>
            <a:xfrm>
              <a:off x="1372725" y="1912500"/>
              <a:ext cx="373500" cy="373500"/>
            </a:xfrm>
            <a:prstGeom prst="donut">
              <a:avLst>
                <a:gd name="adj" fmla="val 1019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 name="Google Shape;1095;p38"/>
          <p:cNvGrpSpPr/>
          <p:nvPr/>
        </p:nvGrpSpPr>
        <p:grpSpPr>
          <a:xfrm>
            <a:off x="2053706" y="2672900"/>
            <a:ext cx="373500" cy="373500"/>
            <a:chOff x="3212675" y="1912500"/>
            <a:chExt cx="373500" cy="373500"/>
          </a:xfrm>
        </p:grpSpPr>
        <p:sp>
          <p:nvSpPr>
            <p:cNvPr id="1096" name="Google Shape;1096;p38"/>
            <p:cNvSpPr/>
            <p:nvPr/>
          </p:nvSpPr>
          <p:spPr>
            <a:xfrm>
              <a:off x="330401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8"/>
            <p:cNvSpPr/>
            <p:nvPr/>
          </p:nvSpPr>
          <p:spPr>
            <a:xfrm>
              <a:off x="3212675" y="1912500"/>
              <a:ext cx="373500" cy="373500"/>
            </a:xfrm>
            <a:prstGeom prst="donut">
              <a:avLst>
                <a:gd name="adj" fmla="val 1019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38"/>
          <p:cNvGrpSpPr/>
          <p:nvPr/>
        </p:nvGrpSpPr>
        <p:grpSpPr>
          <a:xfrm>
            <a:off x="6380952" y="2661325"/>
            <a:ext cx="373500" cy="373500"/>
            <a:chOff x="5557850" y="1912500"/>
            <a:chExt cx="373500" cy="373500"/>
          </a:xfrm>
        </p:grpSpPr>
        <p:sp>
          <p:nvSpPr>
            <p:cNvPr id="1099" name="Google Shape;1099;p38"/>
            <p:cNvSpPr/>
            <p:nvPr/>
          </p:nvSpPr>
          <p:spPr>
            <a:xfrm>
              <a:off x="5649188"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8"/>
            <p:cNvSpPr/>
            <p:nvPr/>
          </p:nvSpPr>
          <p:spPr>
            <a:xfrm>
              <a:off x="5557850" y="1912500"/>
              <a:ext cx="373500" cy="373500"/>
            </a:xfrm>
            <a:prstGeom prst="donut">
              <a:avLst>
                <a:gd name="adj" fmla="val 10193"/>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38"/>
          <p:cNvGrpSpPr/>
          <p:nvPr/>
        </p:nvGrpSpPr>
        <p:grpSpPr>
          <a:xfrm>
            <a:off x="3528817" y="2649934"/>
            <a:ext cx="373500" cy="373500"/>
            <a:chOff x="7457825" y="1912500"/>
            <a:chExt cx="373500" cy="373500"/>
          </a:xfrm>
        </p:grpSpPr>
        <p:sp>
          <p:nvSpPr>
            <p:cNvPr id="1102" name="Google Shape;1102;p38"/>
            <p:cNvSpPr/>
            <p:nvPr/>
          </p:nvSpPr>
          <p:spPr>
            <a:xfrm>
              <a:off x="75491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8"/>
            <p:cNvSpPr/>
            <p:nvPr/>
          </p:nvSpPr>
          <p:spPr>
            <a:xfrm>
              <a:off x="7457825" y="1912500"/>
              <a:ext cx="373500" cy="373500"/>
            </a:xfrm>
            <a:prstGeom prst="donut">
              <a:avLst>
                <a:gd name="adj" fmla="val 1019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8" name="Google Shape;1108;p38"/>
          <p:cNvSpPr txBox="1">
            <a:spLocks noGrp="1"/>
          </p:cNvSpPr>
          <p:nvPr>
            <p:ph type="ctrTitle" idx="4294967295"/>
          </p:nvPr>
        </p:nvSpPr>
        <p:spPr>
          <a:xfrm>
            <a:off x="2410411" y="2062629"/>
            <a:ext cx="2725653" cy="4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solidFill>
                  <a:schemeClr val="accent4"/>
                </a:solidFill>
              </a:rPr>
              <a:t>Model Selection,</a:t>
            </a:r>
            <a:br>
              <a:rPr lang="en" sz="2000" dirty="0">
                <a:solidFill>
                  <a:schemeClr val="accent4"/>
                </a:solidFill>
              </a:rPr>
            </a:br>
            <a:r>
              <a:rPr lang="en" sz="2000" dirty="0">
                <a:solidFill>
                  <a:schemeClr val="accent4"/>
                </a:solidFill>
              </a:rPr>
              <a:t>Hyperparameter Tuning</a:t>
            </a:r>
            <a:endParaRPr sz="2000" dirty="0">
              <a:solidFill>
                <a:schemeClr val="accent4"/>
              </a:solidFill>
            </a:endParaRPr>
          </a:p>
        </p:txBody>
      </p:sp>
      <p:sp>
        <p:nvSpPr>
          <p:cNvPr id="1110" name="Google Shape;1110;p38"/>
          <p:cNvSpPr txBox="1">
            <a:spLocks noGrp="1"/>
          </p:cNvSpPr>
          <p:nvPr>
            <p:ph type="ctrTitle" idx="4294967295"/>
          </p:nvPr>
        </p:nvSpPr>
        <p:spPr>
          <a:xfrm>
            <a:off x="5408068" y="1662577"/>
            <a:ext cx="2314389" cy="4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chemeClr val="accent3"/>
                </a:solidFill>
              </a:rPr>
              <a:t>Evaluating the Results</a:t>
            </a:r>
            <a:endParaRPr sz="2000" dirty="0">
              <a:solidFill>
                <a:schemeClr val="accent3"/>
              </a:solidFill>
            </a:endParaRPr>
          </a:p>
        </p:txBody>
      </p:sp>
      <p:sp>
        <p:nvSpPr>
          <p:cNvPr id="1112" name="Google Shape;1112;p38"/>
          <p:cNvSpPr txBox="1">
            <a:spLocks noGrp="1"/>
          </p:cNvSpPr>
          <p:nvPr>
            <p:ph type="ctrTitle" idx="4294967295"/>
          </p:nvPr>
        </p:nvSpPr>
        <p:spPr>
          <a:xfrm>
            <a:off x="-90654" y="1909685"/>
            <a:ext cx="1963960" cy="4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chemeClr val="accent2"/>
                </a:solidFill>
              </a:rPr>
              <a:t>Data </a:t>
            </a:r>
            <a:r>
              <a:rPr lang="en-GB" sz="2000" dirty="0" err="1">
                <a:solidFill>
                  <a:schemeClr val="accent2"/>
                </a:solidFill>
              </a:rPr>
              <a:t>Preprocessing</a:t>
            </a:r>
            <a:endParaRPr lang="en-GB" sz="2000" dirty="0">
              <a:solidFill>
                <a:schemeClr val="accent2"/>
              </a:solidFill>
            </a:endParaRPr>
          </a:p>
        </p:txBody>
      </p:sp>
      <p:sp>
        <p:nvSpPr>
          <p:cNvPr id="1113" name="Google Shape;1113;p38"/>
          <p:cNvSpPr txBox="1">
            <a:spLocks noGrp="1"/>
          </p:cNvSpPr>
          <p:nvPr>
            <p:ph type="ctrTitle" idx="4294967295"/>
          </p:nvPr>
        </p:nvSpPr>
        <p:spPr>
          <a:xfrm>
            <a:off x="1251031" y="3428182"/>
            <a:ext cx="2097992" cy="4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chemeClr val="accent1"/>
                </a:solidFill>
              </a:rPr>
              <a:t>Feature Engineering</a:t>
            </a:r>
          </a:p>
        </p:txBody>
      </p:sp>
      <p:sp>
        <p:nvSpPr>
          <p:cNvPr id="1114" name="Google Shape;1114;p38"/>
          <p:cNvSpPr txBox="1">
            <a:spLocks noGrp="1"/>
          </p:cNvSpPr>
          <p:nvPr>
            <p:ph type="ctrTitle" idx="4294967295"/>
          </p:nvPr>
        </p:nvSpPr>
        <p:spPr>
          <a:xfrm>
            <a:off x="4290563" y="3428182"/>
            <a:ext cx="1704616" cy="4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2"/>
                </a:solidFill>
              </a:rPr>
              <a:t>Selection of the Best Model</a:t>
            </a:r>
            <a:endParaRPr sz="2000" dirty="0">
              <a:solidFill>
                <a:schemeClr val="accent2"/>
              </a:solidFill>
            </a:endParaRPr>
          </a:p>
        </p:txBody>
      </p:sp>
      <p:sp>
        <p:nvSpPr>
          <p:cNvPr id="1115" name="Google Shape;1115;p38"/>
          <p:cNvSpPr txBox="1">
            <a:spLocks noGrp="1"/>
          </p:cNvSpPr>
          <p:nvPr>
            <p:ph type="ctrTitle" idx="4294967295"/>
          </p:nvPr>
        </p:nvSpPr>
        <p:spPr>
          <a:xfrm>
            <a:off x="7243520" y="3276637"/>
            <a:ext cx="1709463" cy="4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4"/>
                </a:solidFill>
              </a:rPr>
              <a:t>Conclusion</a:t>
            </a:r>
            <a:endParaRPr sz="2000" dirty="0">
              <a:solidFill>
                <a:schemeClr val="accent4"/>
              </a:solidFill>
            </a:endParaRPr>
          </a:p>
        </p:txBody>
      </p:sp>
      <p:grpSp>
        <p:nvGrpSpPr>
          <p:cNvPr id="3" name="Google Shape;1101;p38">
            <a:extLst>
              <a:ext uri="{FF2B5EF4-FFF2-40B4-BE49-F238E27FC236}">
                <a16:creationId xmlns:a16="http://schemas.microsoft.com/office/drawing/2014/main" id="{BE0ACE1D-EA22-2FB2-A7C8-6CE01877320F}"/>
              </a:ext>
            </a:extLst>
          </p:cNvPr>
          <p:cNvGrpSpPr/>
          <p:nvPr/>
        </p:nvGrpSpPr>
        <p:grpSpPr>
          <a:xfrm>
            <a:off x="7911514" y="2672900"/>
            <a:ext cx="373500" cy="373500"/>
            <a:chOff x="7457825" y="1912500"/>
            <a:chExt cx="373500" cy="373500"/>
          </a:xfrm>
        </p:grpSpPr>
        <p:sp>
          <p:nvSpPr>
            <p:cNvPr id="4" name="Google Shape;1102;p38">
              <a:extLst>
                <a:ext uri="{FF2B5EF4-FFF2-40B4-BE49-F238E27FC236}">
                  <a16:creationId xmlns:a16="http://schemas.microsoft.com/office/drawing/2014/main" id="{EEF4838C-9762-010D-1E4A-1EA00F4B77F8}"/>
                </a:ext>
              </a:extLst>
            </p:cNvPr>
            <p:cNvSpPr/>
            <p:nvPr/>
          </p:nvSpPr>
          <p:spPr>
            <a:xfrm>
              <a:off x="75491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03;p38">
              <a:extLst>
                <a:ext uri="{FF2B5EF4-FFF2-40B4-BE49-F238E27FC236}">
                  <a16:creationId xmlns:a16="http://schemas.microsoft.com/office/drawing/2014/main" id="{17B90BAF-86C0-AD1E-2E11-7DFDE8A95E77}"/>
                </a:ext>
              </a:extLst>
            </p:cNvPr>
            <p:cNvSpPr/>
            <p:nvPr/>
          </p:nvSpPr>
          <p:spPr>
            <a:xfrm>
              <a:off x="7457825" y="1912500"/>
              <a:ext cx="373500" cy="373500"/>
            </a:xfrm>
            <a:prstGeom prst="donut">
              <a:avLst>
                <a:gd name="adj" fmla="val 1019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1092;p38">
            <a:extLst>
              <a:ext uri="{FF2B5EF4-FFF2-40B4-BE49-F238E27FC236}">
                <a16:creationId xmlns:a16="http://schemas.microsoft.com/office/drawing/2014/main" id="{1C850DCC-C03B-CC96-BF88-75127491A32D}"/>
              </a:ext>
            </a:extLst>
          </p:cNvPr>
          <p:cNvGrpSpPr/>
          <p:nvPr/>
        </p:nvGrpSpPr>
        <p:grpSpPr>
          <a:xfrm>
            <a:off x="4928629" y="2651616"/>
            <a:ext cx="373500" cy="373500"/>
            <a:chOff x="1372725" y="1912500"/>
            <a:chExt cx="373500" cy="373500"/>
          </a:xfrm>
        </p:grpSpPr>
        <p:sp>
          <p:nvSpPr>
            <p:cNvPr id="8" name="Google Shape;1093;p38">
              <a:extLst>
                <a:ext uri="{FF2B5EF4-FFF2-40B4-BE49-F238E27FC236}">
                  <a16:creationId xmlns:a16="http://schemas.microsoft.com/office/drawing/2014/main" id="{CFB0FA52-E8F6-BC70-FB9A-1852FC31CB3F}"/>
                </a:ext>
              </a:extLst>
            </p:cNvPr>
            <p:cNvSpPr/>
            <p:nvPr/>
          </p:nvSpPr>
          <p:spPr>
            <a:xfrm>
              <a:off x="14640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94;p38">
              <a:extLst>
                <a:ext uri="{FF2B5EF4-FFF2-40B4-BE49-F238E27FC236}">
                  <a16:creationId xmlns:a16="http://schemas.microsoft.com/office/drawing/2014/main" id="{C9D3CD15-4155-ED63-51BC-0DBB1FCD824A}"/>
                </a:ext>
              </a:extLst>
            </p:cNvPr>
            <p:cNvSpPr/>
            <p:nvPr/>
          </p:nvSpPr>
          <p:spPr>
            <a:xfrm>
              <a:off x="1372725" y="1912500"/>
              <a:ext cx="373500" cy="373500"/>
            </a:xfrm>
            <a:prstGeom prst="donut">
              <a:avLst>
                <a:gd name="adj" fmla="val 1019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 name="Google Shape;1086;p38">
            <a:extLst>
              <a:ext uri="{FF2B5EF4-FFF2-40B4-BE49-F238E27FC236}">
                <a16:creationId xmlns:a16="http://schemas.microsoft.com/office/drawing/2014/main" id="{9B7FB527-9EB0-2A29-AA8C-FDDF6F0353DE}"/>
              </a:ext>
            </a:extLst>
          </p:cNvPr>
          <p:cNvCxnSpPr/>
          <p:nvPr/>
        </p:nvCxnSpPr>
        <p:spPr>
          <a:xfrm>
            <a:off x="3722833" y="2426300"/>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1" name="Google Shape;1088;p38">
            <a:extLst>
              <a:ext uri="{FF2B5EF4-FFF2-40B4-BE49-F238E27FC236}">
                <a16:creationId xmlns:a16="http://schemas.microsoft.com/office/drawing/2014/main" id="{B7071D81-F97B-27F1-9E5F-0E9627812DE9}"/>
              </a:ext>
            </a:extLst>
          </p:cNvPr>
          <p:cNvCxnSpPr/>
          <p:nvPr/>
        </p:nvCxnSpPr>
        <p:spPr>
          <a:xfrm>
            <a:off x="6565263" y="2327308"/>
            <a:ext cx="0" cy="455100"/>
          </a:xfrm>
          <a:prstGeom prst="straightConnector1">
            <a:avLst/>
          </a:prstGeom>
          <a:noFill/>
          <a:ln w="19050" cap="flat" cmpd="sng">
            <a:solidFill>
              <a:schemeClr val="lt2"/>
            </a:solidFill>
            <a:prstDash val="solid"/>
            <a:round/>
            <a:headEnd type="none" w="med" len="med"/>
            <a:tailEnd type="none" w="med" len="med"/>
          </a:ln>
        </p:spPr>
      </p:cxnSp>
      <p:grpSp>
        <p:nvGrpSpPr>
          <p:cNvPr id="2" name="Google Shape;1870;p52">
            <a:extLst>
              <a:ext uri="{FF2B5EF4-FFF2-40B4-BE49-F238E27FC236}">
                <a16:creationId xmlns:a16="http://schemas.microsoft.com/office/drawing/2014/main" id="{0D17109B-4D92-5D69-38D5-DC090F3E4A08}"/>
              </a:ext>
            </a:extLst>
          </p:cNvPr>
          <p:cNvGrpSpPr/>
          <p:nvPr/>
        </p:nvGrpSpPr>
        <p:grpSpPr>
          <a:xfrm>
            <a:off x="1195512" y="2971819"/>
            <a:ext cx="646414" cy="320969"/>
            <a:chOff x="4943575" y="2516350"/>
            <a:chExt cx="98675" cy="81700"/>
          </a:xfrm>
        </p:grpSpPr>
        <p:sp>
          <p:nvSpPr>
            <p:cNvPr id="6" name="Google Shape;1871;p52">
              <a:extLst>
                <a:ext uri="{FF2B5EF4-FFF2-40B4-BE49-F238E27FC236}">
                  <a16:creationId xmlns:a16="http://schemas.microsoft.com/office/drawing/2014/main" id="{F45F438C-7EEF-D65E-2433-05310D4AD9B3}"/>
                </a:ext>
              </a:extLst>
            </p:cNvPr>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 name="Google Shape;1872;p52">
              <a:extLst>
                <a:ext uri="{FF2B5EF4-FFF2-40B4-BE49-F238E27FC236}">
                  <a16:creationId xmlns:a16="http://schemas.microsoft.com/office/drawing/2014/main" id="{7EBB0B04-3A0E-8E70-9DEE-CA8E7918B0DB}"/>
                </a:ext>
              </a:extLst>
            </p:cNvPr>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 name="Google Shape;1873;p52">
              <a:extLst>
                <a:ext uri="{FF2B5EF4-FFF2-40B4-BE49-F238E27FC236}">
                  <a16:creationId xmlns:a16="http://schemas.microsoft.com/office/drawing/2014/main" id="{6FF6ECEC-AE48-E6E7-FDAC-A0EE5D6D79C3}"/>
                </a:ext>
              </a:extLst>
            </p:cNvPr>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4" name="Google Shape;1874;p52">
              <a:extLst>
                <a:ext uri="{FF2B5EF4-FFF2-40B4-BE49-F238E27FC236}">
                  <a16:creationId xmlns:a16="http://schemas.microsoft.com/office/drawing/2014/main" id="{23E09FF9-61F2-E090-1109-6BB32862A796}"/>
                </a:ext>
              </a:extLst>
            </p:cNvPr>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5" name="Google Shape;1875;p52">
              <a:extLst>
                <a:ext uri="{FF2B5EF4-FFF2-40B4-BE49-F238E27FC236}">
                  <a16:creationId xmlns:a16="http://schemas.microsoft.com/office/drawing/2014/main" id="{278A4B76-CEC5-E559-D82B-830DE03BCFD5}"/>
                </a:ext>
              </a:extLst>
            </p:cNvPr>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6" name="Google Shape;1876;p52">
              <a:extLst>
                <a:ext uri="{FF2B5EF4-FFF2-40B4-BE49-F238E27FC236}">
                  <a16:creationId xmlns:a16="http://schemas.microsoft.com/office/drawing/2014/main" id="{C6F8D737-E1C2-C309-E98B-E485C6AA31AF}"/>
                </a:ext>
              </a:extLst>
            </p:cNvPr>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7" name="Google Shape;1877;p52">
              <a:extLst>
                <a:ext uri="{FF2B5EF4-FFF2-40B4-BE49-F238E27FC236}">
                  <a16:creationId xmlns:a16="http://schemas.microsoft.com/office/drawing/2014/main" id="{8CF116EC-3339-EBCD-A990-07971B0139F2}"/>
                </a:ext>
              </a:extLst>
            </p:cNvPr>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8" name="Google Shape;1878;p52">
              <a:extLst>
                <a:ext uri="{FF2B5EF4-FFF2-40B4-BE49-F238E27FC236}">
                  <a16:creationId xmlns:a16="http://schemas.microsoft.com/office/drawing/2014/main" id="{7BB8C61D-2DBD-8E00-3858-2DACF1D380CD}"/>
                </a:ext>
              </a:extLst>
            </p:cNvPr>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 name="Google Shape;1879;p52">
              <a:extLst>
                <a:ext uri="{FF2B5EF4-FFF2-40B4-BE49-F238E27FC236}">
                  <a16:creationId xmlns:a16="http://schemas.microsoft.com/office/drawing/2014/main" id="{D7ACB1E9-F09C-B0CF-74BB-EFFDFDA47B5D}"/>
                </a:ext>
              </a:extLst>
            </p:cNvPr>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 name="Google Shape;1880;p52">
              <a:extLst>
                <a:ext uri="{FF2B5EF4-FFF2-40B4-BE49-F238E27FC236}">
                  <a16:creationId xmlns:a16="http://schemas.microsoft.com/office/drawing/2014/main" id="{08257D05-FD7D-7585-7AF7-5E2DCBCA77A5}"/>
                </a:ext>
              </a:extLst>
            </p:cNvPr>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 name="Google Shape;1881;p52">
              <a:extLst>
                <a:ext uri="{FF2B5EF4-FFF2-40B4-BE49-F238E27FC236}">
                  <a16:creationId xmlns:a16="http://schemas.microsoft.com/office/drawing/2014/main" id="{74991087-84BC-53E3-1A2F-98BFAF440265}"/>
                </a:ext>
              </a:extLst>
            </p:cNvPr>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 name="Google Shape;1882;p52">
              <a:extLst>
                <a:ext uri="{FF2B5EF4-FFF2-40B4-BE49-F238E27FC236}">
                  <a16:creationId xmlns:a16="http://schemas.microsoft.com/office/drawing/2014/main" id="{B91B4B65-53A4-E8D9-0D1C-C0C29456A281}"/>
                </a:ext>
              </a:extLst>
            </p:cNvPr>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 name="Google Shape;1883;p52">
              <a:extLst>
                <a:ext uri="{FF2B5EF4-FFF2-40B4-BE49-F238E27FC236}">
                  <a16:creationId xmlns:a16="http://schemas.microsoft.com/office/drawing/2014/main" id="{D059E113-AFE6-0572-8915-D1129F8C3541}"/>
                </a:ext>
              </a:extLst>
            </p:cNvPr>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highlight>
                  <a:srgbClr val="FFFF00"/>
                </a:highlight>
              </a:endParaRPr>
            </a:p>
          </p:txBody>
        </p:sp>
        <p:sp>
          <p:nvSpPr>
            <p:cNvPr id="24" name="Google Shape;1884;p52">
              <a:extLst>
                <a:ext uri="{FF2B5EF4-FFF2-40B4-BE49-F238E27FC236}">
                  <a16:creationId xmlns:a16="http://schemas.microsoft.com/office/drawing/2014/main" id="{8684571E-52B2-92D0-F16A-A39079D0B6FB}"/>
                </a:ext>
              </a:extLst>
            </p:cNvPr>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 name="Google Shape;1885;p52">
              <a:extLst>
                <a:ext uri="{FF2B5EF4-FFF2-40B4-BE49-F238E27FC236}">
                  <a16:creationId xmlns:a16="http://schemas.microsoft.com/office/drawing/2014/main" id="{57011892-6D6E-B73C-CF76-0F8DA9465E84}"/>
                </a:ext>
              </a:extLst>
            </p:cNvPr>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 name="Google Shape;1886;p52">
              <a:extLst>
                <a:ext uri="{FF2B5EF4-FFF2-40B4-BE49-F238E27FC236}">
                  <a16:creationId xmlns:a16="http://schemas.microsoft.com/office/drawing/2014/main" id="{3B28C11A-5DEE-2D2D-1668-CAB668AF859F}"/>
                </a:ext>
              </a:extLst>
            </p:cNvPr>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7" name="Google Shape;1887;p52">
              <a:extLst>
                <a:ext uri="{FF2B5EF4-FFF2-40B4-BE49-F238E27FC236}">
                  <a16:creationId xmlns:a16="http://schemas.microsoft.com/office/drawing/2014/main" id="{62CD7D8D-CA51-FA47-8DB1-0148F3C988C7}"/>
                </a:ext>
              </a:extLst>
            </p:cNvPr>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8" name="Google Shape;1888;p52">
              <a:extLst>
                <a:ext uri="{FF2B5EF4-FFF2-40B4-BE49-F238E27FC236}">
                  <a16:creationId xmlns:a16="http://schemas.microsoft.com/office/drawing/2014/main" id="{0D5CCCA9-4CDA-5381-0032-46CE6EB303AF}"/>
                </a:ext>
              </a:extLst>
            </p:cNvPr>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9" name="Google Shape;1889;p52">
              <a:extLst>
                <a:ext uri="{FF2B5EF4-FFF2-40B4-BE49-F238E27FC236}">
                  <a16:creationId xmlns:a16="http://schemas.microsoft.com/office/drawing/2014/main" id="{87C5D568-CA01-7847-B6C9-5CF3D699F6AB}"/>
                </a:ext>
              </a:extLst>
            </p:cNvPr>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0" name="Google Shape;1890;p52">
              <a:extLst>
                <a:ext uri="{FF2B5EF4-FFF2-40B4-BE49-F238E27FC236}">
                  <a16:creationId xmlns:a16="http://schemas.microsoft.com/office/drawing/2014/main" id="{027B5D35-83B4-56CF-2BA4-CC9A7B90FD3B}"/>
                </a:ext>
              </a:extLst>
            </p:cNvPr>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1" name="Google Shape;1891;p52">
              <a:extLst>
                <a:ext uri="{FF2B5EF4-FFF2-40B4-BE49-F238E27FC236}">
                  <a16:creationId xmlns:a16="http://schemas.microsoft.com/office/drawing/2014/main" id="{CC71B26D-C109-B3B0-CBB6-C48900570E50}"/>
                </a:ext>
              </a:extLst>
            </p:cNvPr>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2" name="Google Shape;1892;p52">
              <a:extLst>
                <a:ext uri="{FF2B5EF4-FFF2-40B4-BE49-F238E27FC236}">
                  <a16:creationId xmlns:a16="http://schemas.microsoft.com/office/drawing/2014/main" id="{2A7CE6B8-6B38-8176-CE21-D477CB5505E1}"/>
                </a:ext>
              </a:extLst>
            </p:cNvPr>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3" name="Google Shape;1893;p52">
              <a:extLst>
                <a:ext uri="{FF2B5EF4-FFF2-40B4-BE49-F238E27FC236}">
                  <a16:creationId xmlns:a16="http://schemas.microsoft.com/office/drawing/2014/main" id="{C397505E-9C19-93F8-72D5-5EC0A69BAADD}"/>
                </a:ext>
              </a:extLst>
            </p:cNvPr>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4" name="Google Shape;1894;p52">
              <a:extLst>
                <a:ext uri="{FF2B5EF4-FFF2-40B4-BE49-F238E27FC236}">
                  <a16:creationId xmlns:a16="http://schemas.microsoft.com/office/drawing/2014/main" id="{98F57A0C-2A15-DBAB-B327-55F0A810AE72}"/>
                </a:ext>
              </a:extLst>
            </p:cNvPr>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 name="Google Shape;1895;p52">
              <a:extLst>
                <a:ext uri="{FF2B5EF4-FFF2-40B4-BE49-F238E27FC236}">
                  <a16:creationId xmlns:a16="http://schemas.microsoft.com/office/drawing/2014/main" id="{7834B606-1CBC-B890-DC08-46D9D8F9AB31}"/>
                </a:ext>
              </a:extLst>
            </p:cNvPr>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 name="Google Shape;1896;p52">
              <a:extLst>
                <a:ext uri="{FF2B5EF4-FFF2-40B4-BE49-F238E27FC236}">
                  <a16:creationId xmlns:a16="http://schemas.microsoft.com/office/drawing/2014/main" id="{C8A5219B-E094-0DAC-EF55-AD6A8DC0C532}"/>
                </a:ext>
              </a:extLst>
            </p:cNvPr>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 name="Google Shape;1897;p52">
              <a:extLst>
                <a:ext uri="{FF2B5EF4-FFF2-40B4-BE49-F238E27FC236}">
                  <a16:creationId xmlns:a16="http://schemas.microsoft.com/office/drawing/2014/main" id="{2F12120B-CC6D-9C67-E23B-CCDD2C86A899}"/>
                </a:ext>
              </a:extLst>
            </p:cNvPr>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8" name="Google Shape;1898;p52">
              <a:extLst>
                <a:ext uri="{FF2B5EF4-FFF2-40B4-BE49-F238E27FC236}">
                  <a16:creationId xmlns:a16="http://schemas.microsoft.com/office/drawing/2014/main" id="{85E00129-CED6-ACD0-B2F3-D2BA1176B617}"/>
                </a:ext>
              </a:extLst>
            </p:cNvPr>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9" name="Google Shape;1899;p52">
              <a:extLst>
                <a:ext uri="{FF2B5EF4-FFF2-40B4-BE49-F238E27FC236}">
                  <a16:creationId xmlns:a16="http://schemas.microsoft.com/office/drawing/2014/main" id="{129FDE68-EDB0-B691-8507-4CFE3FDC60BF}"/>
                </a:ext>
              </a:extLst>
            </p:cNvPr>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0" name="Google Shape;1900;p52">
              <a:extLst>
                <a:ext uri="{FF2B5EF4-FFF2-40B4-BE49-F238E27FC236}">
                  <a16:creationId xmlns:a16="http://schemas.microsoft.com/office/drawing/2014/main" id="{76BF2822-A1F8-B144-6382-B30868352AD4}"/>
                </a:ext>
              </a:extLst>
            </p:cNvPr>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1" name="Google Shape;1901;p52">
              <a:extLst>
                <a:ext uri="{FF2B5EF4-FFF2-40B4-BE49-F238E27FC236}">
                  <a16:creationId xmlns:a16="http://schemas.microsoft.com/office/drawing/2014/main" id="{2255267A-D187-4FFE-00A1-47A4A5E4E313}"/>
                </a:ext>
              </a:extLst>
            </p:cNvPr>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2" name="Google Shape;1902;p52">
              <a:extLst>
                <a:ext uri="{FF2B5EF4-FFF2-40B4-BE49-F238E27FC236}">
                  <a16:creationId xmlns:a16="http://schemas.microsoft.com/office/drawing/2014/main" id="{A927CC0D-C6F0-96F5-0273-715366A2E78B}"/>
                </a:ext>
              </a:extLst>
            </p:cNvPr>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3" name="Google Shape;1903;p52">
              <a:extLst>
                <a:ext uri="{FF2B5EF4-FFF2-40B4-BE49-F238E27FC236}">
                  <a16:creationId xmlns:a16="http://schemas.microsoft.com/office/drawing/2014/main" id="{749808EF-14C8-D9AA-49E9-590DC715D623}"/>
                </a:ext>
              </a:extLst>
            </p:cNvPr>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4" name="Google Shape;1904;p52">
              <a:extLst>
                <a:ext uri="{FF2B5EF4-FFF2-40B4-BE49-F238E27FC236}">
                  <a16:creationId xmlns:a16="http://schemas.microsoft.com/office/drawing/2014/main" id="{4E2E2D72-F55D-298E-46EE-106E26FC35D9}"/>
                </a:ext>
              </a:extLst>
            </p:cNvPr>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5" name="Google Shape;1905;p52">
              <a:extLst>
                <a:ext uri="{FF2B5EF4-FFF2-40B4-BE49-F238E27FC236}">
                  <a16:creationId xmlns:a16="http://schemas.microsoft.com/office/drawing/2014/main" id="{2ECC00CE-DD61-B634-52B9-4642F2F3FA8E}"/>
                </a:ext>
              </a:extLst>
            </p:cNvPr>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6" name="Google Shape;1906;p52">
              <a:extLst>
                <a:ext uri="{FF2B5EF4-FFF2-40B4-BE49-F238E27FC236}">
                  <a16:creationId xmlns:a16="http://schemas.microsoft.com/office/drawing/2014/main" id="{EEEAE16C-9D12-DE19-C4B5-A2E61D495FF5}"/>
                </a:ext>
              </a:extLst>
            </p:cNvPr>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7" name="Google Shape;1907;p52">
              <a:extLst>
                <a:ext uri="{FF2B5EF4-FFF2-40B4-BE49-F238E27FC236}">
                  <a16:creationId xmlns:a16="http://schemas.microsoft.com/office/drawing/2014/main" id="{E2BA1743-0F94-1E7E-F90F-ED54DD862A21}"/>
                </a:ext>
              </a:extLst>
            </p:cNvPr>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 name="Google Shape;1908;p52">
              <a:extLst>
                <a:ext uri="{FF2B5EF4-FFF2-40B4-BE49-F238E27FC236}">
                  <a16:creationId xmlns:a16="http://schemas.microsoft.com/office/drawing/2014/main" id="{D5E0168F-B9C0-B91E-70DE-4AF62FD95FB3}"/>
                </a:ext>
              </a:extLst>
            </p:cNvPr>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 name="Google Shape;1909;p52">
              <a:extLst>
                <a:ext uri="{FF2B5EF4-FFF2-40B4-BE49-F238E27FC236}">
                  <a16:creationId xmlns:a16="http://schemas.microsoft.com/office/drawing/2014/main" id="{DEC7E0F3-D104-AEA2-326F-57B7798AC016}"/>
                </a:ext>
              </a:extLst>
            </p:cNvPr>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 name="Google Shape;1910;p52">
              <a:extLst>
                <a:ext uri="{FF2B5EF4-FFF2-40B4-BE49-F238E27FC236}">
                  <a16:creationId xmlns:a16="http://schemas.microsoft.com/office/drawing/2014/main" id="{4EB2FAA5-3D5B-9A79-BC3D-2ABD76E3BFE8}"/>
                </a:ext>
              </a:extLst>
            </p:cNvPr>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 name="Google Shape;1911;p52">
              <a:extLst>
                <a:ext uri="{FF2B5EF4-FFF2-40B4-BE49-F238E27FC236}">
                  <a16:creationId xmlns:a16="http://schemas.microsoft.com/office/drawing/2014/main" id="{79FA42E9-E98A-AD93-0EAF-A85E121D6A0D}"/>
                </a:ext>
              </a:extLst>
            </p:cNvPr>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 name="Google Shape;1912;p52">
              <a:extLst>
                <a:ext uri="{FF2B5EF4-FFF2-40B4-BE49-F238E27FC236}">
                  <a16:creationId xmlns:a16="http://schemas.microsoft.com/office/drawing/2014/main" id="{B8C34CCE-98A3-F171-8022-4F83DFA8E75D}"/>
                </a:ext>
              </a:extLst>
            </p:cNvPr>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3" name="Google Shape;1913;p52">
              <a:extLst>
                <a:ext uri="{FF2B5EF4-FFF2-40B4-BE49-F238E27FC236}">
                  <a16:creationId xmlns:a16="http://schemas.microsoft.com/office/drawing/2014/main" id="{E47B6795-014E-FBC2-2FF6-132F918554DD}"/>
                </a:ext>
              </a:extLst>
            </p:cNvPr>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4" name="Google Shape;1914;p52">
              <a:extLst>
                <a:ext uri="{FF2B5EF4-FFF2-40B4-BE49-F238E27FC236}">
                  <a16:creationId xmlns:a16="http://schemas.microsoft.com/office/drawing/2014/main" id="{B989F88B-311D-42CD-B1D7-5E9425D0A040}"/>
                </a:ext>
              </a:extLst>
            </p:cNvPr>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5" name="Google Shape;1915;p52">
              <a:extLst>
                <a:ext uri="{FF2B5EF4-FFF2-40B4-BE49-F238E27FC236}">
                  <a16:creationId xmlns:a16="http://schemas.microsoft.com/office/drawing/2014/main" id="{64E6EBFB-8819-1CB9-995E-3C118DBC8949}"/>
                </a:ext>
              </a:extLst>
            </p:cNvPr>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6" name="Google Shape;1916;p52">
              <a:extLst>
                <a:ext uri="{FF2B5EF4-FFF2-40B4-BE49-F238E27FC236}">
                  <a16:creationId xmlns:a16="http://schemas.microsoft.com/office/drawing/2014/main" id="{6A43723A-4C8D-02CF-819A-1EC5440DBFFF}"/>
                </a:ext>
              </a:extLst>
            </p:cNvPr>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7" name="Google Shape;1917;p52">
              <a:extLst>
                <a:ext uri="{FF2B5EF4-FFF2-40B4-BE49-F238E27FC236}">
                  <a16:creationId xmlns:a16="http://schemas.microsoft.com/office/drawing/2014/main" id="{F4255F02-41BE-0E71-4096-F1FB2482E894}"/>
                </a:ext>
              </a:extLst>
            </p:cNvPr>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8" name="Google Shape;1918;p52">
              <a:extLst>
                <a:ext uri="{FF2B5EF4-FFF2-40B4-BE49-F238E27FC236}">
                  <a16:creationId xmlns:a16="http://schemas.microsoft.com/office/drawing/2014/main" id="{B60231C3-981A-3BF1-F92B-7535C56414F9}"/>
                </a:ext>
              </a:extLst>
            </p:cNvPr>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 name="Google Shape;1919;p52">
              <a:extLst>
                <a:ext uri="{FF2B5EF4-FFF2-40B4-BE49-F238E27FC236}">
                  <a16:creationId xmlns:a16="http://schemas.microsoft.com/office/drawing/2014/main" id="{DD874C14-52FB-0BB9-E0B4-C860CD5B0965}"/>
                </a:ext>
              </a:extLst>
            </p:cNvPr>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 name="Google Shape;1920;p52">
              <a:extLst>
                <a:ext uri="{FF2B5EF4-FFF2-40B4-BE49-F238E27FC236}">
                  <a16:creationId xmlns:a16="http://schemas.microsoft.com/office/drawing/2014/main" id="{0B7E98D6-87BA-D5A6-32E8-BF8BFD0C56BD}"/>
                </a:ext>
              </a:extLst>
            </p:cNvPr>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 name="Google Shape;1921;p52">
              <a:extLst>
                <a:ext uri="{FF2B5EF4-FFF2-40B4-BE49-F238E27FC236}">
                  <a16:creationId xmlns:a16="http://schemas.microsoft.com/office/drawing/2014/main" id="{CB06CBC8-9153-41F5-0232-2BCAF7583EEC}"/>
                </a:ext>
              </a:extLst>
            </p:cNvPr>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2" name="Google Shape;1922;p52">
              <a:extLst>
                <a:ext uri="{FF2B5EF4-FFF2-40B4-BE49-F238E27FC236}">
                  <a16:creationId xmlns:a16="http://schemas.microsoft.com/office/drawing/2014/main" id="{99FDA055-EA07-ADBC-BE26-AD0AECB3CAB0}"/>
                </a:ext>
              </a:extLst>
            </p:cNvPr>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3" name="Google Shape;1923;p52">
              <a:extLst>
                <a:ext uri="{FF2B5EF4-FFF2-40B4-BE49-F238E27FC236}">
                  <a16:creationId xmlns:a16="http://schemas.microsoft.com/office/drawing/2014/main" id="{C41A272D-7AAF-2F3C-CD6B-63B184E58176}"/>
                </a:ext>
              </a:extLst>
            </p:cNvPr>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4" name="Google Shape;1924;p52">
              <a:extLst>
                <a:ext uri="{FF2B5EF4-FFF2-40B4-BE49-F238E27FC236}">
                  <a16:creationId xmlns:a16="http://schemas.microsoft.com/office/drawing/2014/main" id="{39320A61-9FD1-0C2E-7727-521C246B3F48}"/>
                </a:ext>
              </a:extLst>
            </p:cNvPr>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5" name="Google Shape;1925;p52">
              <a:extLst>
                <a:ext uri="{FF2B5EF4-FFF2-40B4-BE49-F238E27FC236}">
                  <a16:creationId xmlns:a16="http://schemas.microsoft.com/office/drawing/2014/main" id="{6A606817-3188-B8E5-4A01-9E67A8CA1199}"/>
                </a:ext>
              </a:extLst>
            </p:cNvPr>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6" name="Google Shape;1926;p52">
              <a:extLst>
                <a:ext uri="{FF2B5EF4-FFF2-40B4-BE49-F238E27FC236}">
                  <a16:creationId xmlns:a16="http://schemas.microsoft.com/office/drawing/2014/main" id="{A0469EC3-966F-889B-1E99-87AB8514DF32}"/>
                </a:ext>
              </a:extLst>
            </p:cNvPr>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7" name="Google Shape;1927;p52">
              <a:extLst>
                <a:ext uri="{FF2B5EF4-FFF2-40B4-BE49-F238E27FC236}">
                  <a16:creationId xmlns:a16="http://schemas.microsoft.com/office/drawing/2014/main" id="{8A0575AF-3021-E7B8-4CD8-7CDD8A5C83E8}"/>
                </a:ext>
              </a:extLst>
            </p:cNvPr>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8" name="Google Shape;1928;p52">
              <a:extLst>
                <a:ext uri="{FF2B5EF4-FFF2-40B4-BE49-F238E27FC236}">
                  <a16:creationId xmlns:a16="http://schemas.microsoft.com/office/drawing/2014/main" id="{EDE338F3-3F01-3378-6853-36AE7DEE5280}"/>
                </a:ext>
              </a:extLst>
            </p:cNvPr>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9" name="Google Shape;1929;p52">
              <a:extLst>
                <a:ext uri="{FF2B5EF4-FFF2-40B4-BE49-F238E27FC236}">
                  <a16:creationId xmlns:a16="http://schemas.microsoft.com/office/drawing/2014/main" id="{8E8881A4-5D42-19C3-A733-EC0EEADF94E3}"/>
                </a:ext>
              </a:extLst>
            </p:cNvPr>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0" name="Google Shape;1930;p52">
              <a:extLst>
                <a:ext uri="{FF2B5EF4-FFF2-40B4-BE49-F238E27FC236}">
                  <a16:creationId xmlns:a16="http://schemas.microsoft.com/office/drawing/2014/main" id="{171E50F1-6A66-6B13-3410-62D6A69CB998}"/>
                </a:ext>
              </a:extLst>
            </p:cNvPr>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1" name="Google Shape;1931;p52">
              <a:extLst>
                <a:ext uri="{FF2B5EF4-FFF2-40B4-BE49-F238E27FC236}">
                  <a16:creationId xmlns:a16="http://schemas.microsoft.com/office/drawing/2014/main" id="{9983F67C-1C43-EA57-474B-251A1E30B2EF}"/>
                </a:ext>
              </a:extLst>
            </p:cNvPr>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2" name="Google Shape;1932;p52">
              <a:extLst>
                <a:ext uri="{FF2B5EF4-FFF2-40B4-BE49-F238E27FC236}">
                  <a16:creationId xmlns:a16="http://schemas.microsoft.com/office/drawing/2014/main" id="{E1F406AC-D004-9C3E-C7EF-CC88152A6D99}"/>
                </a:ext>
              </a:extLst>
            </p:cNvPr>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3" name="Google Shape;1933;p52">
              <a:extLst>
                <a:ext uri="{FF2B5EF4-FFF2-40B4-BE49-F238E27FC236}">
                  <a16:creationId xmlns:a16="http://schemas.microsoft.com/office/drawing/2014/main" id="{FE881226-4F68-E153-CAB3-7F8444046980}"/>
                </a:ext>
              </a:extLst>
            </p:cNvPr>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4" name="Google Shape;1934;p52">
              <a:extLst>
                <a:ext uri="{FF2B5EF4-FFF2-40B4-BE49-F238E27FC236}">
                  <a16:creationId xmlns:a16="http://schemas.microsoft.com/office/drawing/2014/main" id="{CE3B1B2D-DAF0-4B60-048D-4E58C93654EB}"/>
                </a:ext>
              </a:extLst>
            </p:cNvPr>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5" name="Google Shape;1935;p52">
              <a:extLst>
                <a:ext uri="{FF2B5EF4-FFF2-40B4-BE49-F238E27FC236}">
                  <a16:creationId xmlns:a16="http://schemas.microsoft.com/office/drawing/2014/main" id="{FD6398DF-612F-AF33-275C-520CFE4EB4A9}"/>
                </a:ext>
              </a:extLst>
            </p:cNvPr>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6" name="Google Shape;1936;p52">
              <a:extLst>
                <a:ext uri="{FF2B5EF4-FFF2-40B4-BE49-F238E27FC236}">
                  <a16:creationId xmlns:a16="http://schemas.microsoft.com/office/drawing/2014/main" id="{820B269D-4022-B1B7-5E4B-7221059AF3E4}"/>
                </a:ext>
              </a:extLst>
            </p:cNvPr>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7" name="Google Shape;1937;p52">
              <a:extLst>
                <a:ext uri="{FF2B5EF4-FFF2-40B4-BE49-F238E27FC236}">
                  <a16:creationId xmlns:a16="http://schemas.microsoft.com/office/drawing/2014/main" id="{5E0DC911-F77C-FA2D-8121-9D2E6C97558E}"/>
                </a:ext>
              </a:extLst>
            </p:cNvPr>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8" name="Google Shape;1938;p52">
              <a:extLst>
                <a:ext uri="{FF2B5EF4-FFF2-40B4-BE49-F238E27FC236}">
                  <a16:creationId xmlns:a16="http://schemas.microsoft.com/office/drawing/2014/main" id="{3261073B-5FBE-8A85-6AFF-61464BD7C540}"/>
                </a:ext>
              </a:extLst>
            </p:cNvPr>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9" name="Google Shape;1939;p52">
              <a:extLst>
                <a:ext uri="{FF2B5EF4-FFF2-40B4-BE49-F238E27FC236}">
                  <a16:creationId xmlns:a16="http://schemas.microsoft.com/office/drawing/2014/main" id="{EC5E22E1-570D-3F79-4984-78CF5135674F}"/>
                </a:ext>
              </a:extLst>
            </p:cNvPr>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0" name="Google Shape;1940;p52">
              <a:extLst>
                <a:ext uri="{FF2B5EF4-FFF2-40B4-BE49-F238E27FC236}">
                  <a16:creationId xmlns:a16="http://schemas.microsoft.com/office/drawing/2014/main" id="{AEB8D68F-D4FF-B181-2379-1E0F90B22AE5}"/>
                </a:ext>
              </a:extLst>
            </p:cNvPr>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1" name="Google Shape;1941;p52">
              <a:extLst>
                <a:ext uri="{FF2B5EF4-FFF2-40B4-BE49-F238E27FC236}">
                  <a16:creationId xmlns:a16="http://schemas.microsoft.com/office/drawing/2014/main" id="{95FD7168-C3E2-2323-1BB1-D203B898ABB2}"/>
                </a:ext>
              </a:extLst>
            </p:cNvPr>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2" name="Google Shape;1942;p52">
              <a:extLst>
                <a:ext uri="{FF2B5EF4-FFF2-40B4-BE49-F238E27FC236}">
                  <a16:creationId xmlns:a16="http://schemas.microsoft.com/office/drawing/2014/main" id="{4D8CBDCC-0825-1FF8-9A3F-B3FAE319DB14}"/>
                </a:ext>
              </a:extLst>
            </p:cNvPr>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3" name="Google Shape;1943;p52">
              <a:extLst>
                <a:ext uri="{FF2B5EF4-FFF2-40B4-BE49-F238E27FC236}">
                  <a16:creationId xmlns:a16="http://schemas.microsoft.com/office/drawing/2014/main" id="{C686B764-D033-4E90-8A3C-DCE6CB746706}"/>
                </a:ext>
              </a:extLst>
            </p:cNvPr>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4" name="Google Shape;1944;p52">
              <a:extLst>
                <a:ext uri="{FF2B5EF4-FFF2-40B4-BE49-F238E27FC236}">
                  <a16:creationId xmlns:a16="http://schemas.microsoft.com/office/drawing/2014/main" id="{A6F56B6A-5AE3-5D11-1ABE-B34F0A3A642F}"/>
                </a:ext>
              </a:extLst>
            </p:cNvPr>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5" name="Google Shape;1945;p52">
              <a:extLst>
                <a:ext uri="{FF2B5EF4-FFF2-40B4-BE49-F238E27FC236}">
                  <a16:creationId xmlns:a16="http://schemas.microsoft.com/office/drawing/2014/main" id="{35A5B037-52BC-D5B0-834F-5437533105CD}"/>
                </a:ext>
              </a:extLst>
            </p:cNvPr>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6" name="Google Shape;1946;p52">
              <a:extLst>
                <a:ext uri="{FF2B5EF4-FFF2-40B4-BE49-F238E27FC236}">
                  <a16:creationId xmlns:a16="http://schemas.microsoft.com/office/drawing/2014/main" id="{3617CB4B-79BB-85DD-C99F-B1BE01C1A74E}"/>
                </a:ext>
              </a:extLst>
            </p:cNvPr>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7" name="Google Shape;1947;p52">
              <a:extLst>
                <a:ext uri="{FF2B5EF4-FFF2-40B4-BE49-F238E27FC236}">
                  <a16:creationId xmlns:a16="http://schemas.microsoft.com/office/drawing/2014/main" id="{D67703D9-95BE-8CA0-20DD-D11CB16C88F2}"/>
                </a:ext>
              </a:extLst>
            </p:cNvPr>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8" name="Google Shape;1948;p52">
              <a:extLst>
                <a:ext uri="{FF2B5EF4-FFF2-40B4-BE49-F238E27FC236}">
                  <a16:creationId xmlns:a16="http://schemas.microsoft.com/office/drawing/2014/main" id="{5267652C-62F9-9E5A-458A-DB0919D2CFDA}"/>
                </a:ext>
              </a:extLst>
            </p:cNvPr>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1053" name="Google Shape;1870;p52">
            <a:extLst>
              <a:ext uri="{FF2B5EF4-FFF2-40B4-BE49-F238E27FC236}">
                <a16:creationId xmlns:a16="http://schemas.microsoft.com/office/drawing/2014/main" id="{F98FBC17-59B2-ABD5-75A4-8175CFBA1BBC}"/>
              </a:ext>
            </a:extLst>
          </p:cNvPr>
          <p:cNvGrpSpPr/>
          <p:nvPr/>
        </p:nvGrpSpPr>
        <p:grpSpPr>
          <a:xfrm>
            <a:off x="6964377" y="2944697"/>
            <a:ext cx="646414" cy="320969"/>
            <a:chOff x="4943575" y="2516350"/>
            <a:chExt cx="98675" cy="81700"/>
          </a:xfrm>
        </p:grpSpPr>
        <p:sp>
          <p:nvSpPr>
            <p:cNvPr id="1054" name="Google Shape;1871;p52">
              <a:extLst>
                <a:ext uri="{FF2B5EF4-FFF2-40B4-BE49-F238E27FC236}">
                  <a16:creationId xmlns:a16="http://schemas.microsoft.com/office/drawing/2014/main" id="{EC4B2839-7F18-C8E0-AF26-6E8C430F6220}"/>
                </a:ext>
              </a:extLst>
            </p:cNvPr>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5" name="Google Shape;1872;p52">
              <a:extLst>
                <a:ext uri="{FF2B5EF4-FFF2-40B4-BE49-F238E27FC236}">
                  <a16:creationId xmlns:a16="http://schemas.microsoft.com/office/drawing/2014/main" id="{AE2A2E47-09FD-B27B-55BE-624F18F95D36}"/>
                </a:ext>
              </a:extLst>
            </p:cNvPr>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6" name="Google Shape;1873;p52">
              <a:extLst>
                <a:ext uri="{FF2B5EF4-FFF2-40B4-BE49-F238E27FC236}">
                  <a16:creationId xmlns:a16="http://schemas.microsoft.com/office/drawing/2014/main" id="{17E8155D-53EB-F1D9-23BA-1749DA951DFD}"/>
                </a:ext>
              </a:extLst>
            </p:cNvPr>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7" name="Google Shape;1874;p52">
              <a:extLst>
                <a:ext uri="{FF2B5EF4-FFF2-40B4-BE49-F238E27FC236}">
                  <a16:creationId xmlns:a16="http://schemas.microsoft.com/office/drawing/2014/main" id="{581A4DC2-6FE9-0870-57E1-AE688CBDC02D}"/>
                </a:ext>
              </a:extLst>
            </p:cNvPr>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8" name="Google Shape;1875;p52">
              <a:extLst>
                <a:ext uri="{FF2B5EF4-FFF2-40B4-BE49-F238E27FC236}">
                  <a16:creationId xmlns:a16="http://schemas.microsoft.com/office/drawing/2014/main" id="{5730EBDB-1715-4C98-D2A3-BA66EE913FF9}"/>
                </a:ext>
              </a:extLst>
            </p:cNvPr>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9" name="Google Shape;1876;p52">
              <a:extLst>
                <a:ext uri="{FF2B5EF4-FFF2-40B4-BE49-F238E27FC236}">
                  <a16:creationId xmlns:a16="http://schemas.microsoft.com/office/drawing/2014/main" id="{B21208BE-9DAC-C97B-7FDF-789B65AD1036}"/>
                </a:ext>
              </a:extLst>
            </p:cNvPr>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0" name="Google Shape;1877;p52">
              <a:extLst>
                <a:ext uri="{FF2B5EF4-FFF2-40B4-BE49-F238E27FC236}">
                  <a16:creationId xmlns:a16="http://schemas.microsoft.com/office/drawing/2014/main" id="{C44B2054-319D-CC3D-662C-B68E763FAD92}"/>
                </a:ext>
              </a:extLst>
            </p:cNvPr>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1" name="Google Shape;1878;p52">
              <a:extLst>
                <a:ext uri="{FF2B5EF4-FFF2-40B4-BE49-F238E27FC236}">
                  <a16:creationId xmlns:a16="http://schemas.microsoft.com/office/drawing/2014/main" id="{3EDC0B58-9279-6DFA-AA6D-EA4197DF60DA}"/>
                </a:ext>
              </a:extLst>
            </p:cNvPr>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2" name="Google Shape;1879;p52">
              <a:extLst>
                <a:ext uri="{FF2B5EF4-FFF2-40B4-BE49-F238E27FC236}">
                  <a16:creationId xmlns:a16="http://schemas.microsoft.com/office/drawing/2014/main" id="{D3239B41-8522-82C3-7BF2-C501D46DD366}"/>
                </a:ext>
              </a:extLst>
            </p:cNvPr>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3" name="Google Shape;1880;p52">
              <a:extLst>
                <a:ext uri="{FF2B5EF4-FFF2-40B4-BE49-F238E27FC236}">
                  <a16:creationId xmlns:a16="http://schemas.microsoft.com/office/drawing/2014/main" id="{AE819250-5630-5466-EC7C-520C435EDC33}"/>
                </a:ext>
              </a:extLst>
            </p:cNvPr>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4" name="Google Shape;1881;p52">
              <a:extLst>
                <a:ext uri="{FF2B5EF4-FFF2-40B4-BE49-F238E27FC236}">
                  <a16:creationId xmlns:a16="http://schemas.microsoft.com/office/drawing/2014/main" id="{D630ED20-4C34-8470-5219-D62BBC4EE5C0}"/>
                </a:ext>
              </a:extLst>
            </p:cNvPr>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5" name="Google Shape;1882;p52">
              <a:extLst>
                <a:ext uri="{FF2B5EF4-FFF2-40B4-BE49-F238E27FC236}">
                  <a16:creationId xmlns:a16="http://schemas.microsoft.com/office/drawing/2014/main" id="{98B6DA5C-4530-B63A-8A26-B47AFF94B7EB}"/>
                </a:ext>
              </a:extLst>
            </p:cNvPr>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6" name="Google Shape;1883;p52">
              <a:extLst>
                <a:ext uri="{FF2B5EF4-FFF2-40B4-BE49-F238E27FC236}">
                  <a16:creationId xmlns:a16="http://schemas.microsoft.com/office/drawing/2014/main" id="{171BCF0B-F0C7-2AF4-60D1-B2C2A4F0EC9A}"/>
                </a:ext>
              </a:extLst>
            </p:cNvPr>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highlight>
                  <a:srgbClr val="FFFF00"/>
                </a:highlight>
              </a:endParaRPr>
            </a:p>
          </p:txBody>
        </p:sp>
        <p:sp>
          <p:nvSpPr>
            <p:cNvPr id="1067" name="Google Shape;1884;p52">
              <a:extLst>
                <a:ext uri="{FF2B5EF4-FFF2-40B4-BE49-F238E27FC236}">
                  <a16:creationId xmlns:a16="http://schemas.microsoft.com/office/drawing/2014/main" id="{12FB5F8F-E03C-F95A-1CFB-D9BCE7984E77}"/>
                </a:ext>
              </a:extLst>
            </p:cNvPr>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8" name="Google Shape;1885;p52">
              <a:extLst>
                <a:ext uri="{FF2B5EF4-FFF2-40B4-BE49-F238E27FC236}">
                  <a16:creationId xmlns:a16="http://schemas.microsoft.com/office/drawing/2014/main" id="{0491091A-AA9F-E734-8525-A9945CB1337A}"/>
                </a:ext>
              </a:extLst>
            </p:cNvPr>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9" name="Google Shape;1886;p52">
              <a:extLst>
                <a:ext uri="{FF2B5EF4-FFF2-40B4-BE49-F238E27FC236}">
                  <a16:creationId xmlns:a16="http://schemas.microsoft.com/office/drawing/2014/main" id="{DD9A6E53-F46A-72F6-F6E5-2160341C3B52}"/>
                </a:ext>
              </a:extLst>
            </p:cNvPr>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0" name="Google Shape;1887;p52">
              <a:extLst>
                <a:ext uri="{FF2B5EF4-FFF2-40B4-BE49-F238E27FC236}">
                  <a16:creationId xmlns:a16="http://schemas.microsoft.com/office/drawing/2014/main" id="{17048555-5B0B-F98B-50E0-291EBF05BB03}"/>
                </a:ext>
              </a:extLst>
            </p:cNvPr>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1" name="Google Shape;1888;p52">
              <a:extLst>
                <a:ext uri="{FF2B5EF4-FFF2-40B4-BE49-F238E27FC236}">
                  <a16:creationId xmlns:a16="http://schemas.microsoft.com/office/drawing/2014/main" id="{AFA8628F-AB35-92BF-A99A-6E7BEC97AB69}"/>
                </a:ext>
              </a:extLst>
            </p:cNvPr>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2" name="Google Shape;1889;p52">
              <a:extLst>
                <a:ext uri="{FF2B5EF4-FFF2-40B4-BE49-F238E27FC236}">
                  <a16:creationId xmlns:a16="http://schemas.microsoft.com/office/drawing/2014/main" id="{997C257A-33AF-0EA2-1A12-4CCBA211FE82}"/>
                </a:ext>
              </a:extLst>
            </p:cNvPr>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3" name="Google Shape;1890;p52">
              <a:extLst>
                <a:ext uri="{FF2B5EF4-FFF2-40B4-BE49-F238E27FC236}">
                  <a16:creationId xmlns:a16="http://schemas.microsoft.com/office/drawing/2014/main" id="{E57D9FF4-5536-828C-8053-B4F490972ABF}"/>
                </a:ext>
              </a:extLst>
            </p:cNvPr>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4" name="Google Shape;1891;p52">
              <a:extLst>
                <a:ext uri="{FF2B5EF4-FFF2-40B4-BE49-F238E27FC236}">
                  <a16:creationId xmlns:a16="http://schemas.microsoft.com/office/drawing/2014/main" id="{C968B18E-7A7E-DC78-AD23-79CE4260EFED}"/>
                </a:ext>
              </a:extLst>
            </p:cNvPr>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5" name="Google Shape;1892;p52">
              <a:extLst>
                <a:ext uri="{FF2B5EF4-FFF2-40B4-BE49-F238E27FC236}">
                  <a16:creationId xmlns:a16="http://schemas.microsoft.com/office/drawing/2014/main" id="{F6A354BB-4244-0E03-5A7D-046581DFE5D6}"/>
                </a:ext>
              </a:extLst>
            </p:cNvPr>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6" name="Google Shape;1893;p52">
              <a:extLst>
                <a:ext uri="{FF2B5EF4-FFF2-40B4-BE49-F238E27FC236}">
                  <a16:creationId xmlns:a16="http://schemas.microsoft.com/office/drawing/2014/main" id="{F7139B65-3A25-EC41-2BF7-ABE5D6842DA2}"/>
                </a:ext>
              </a:extLst>
            </p:cNvPr>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7" name="Google Shape;1894;p52">
              <a:extLst>
                <a:ext uri="{FF2B5EF4-FFF2-40B4-BE49-F238E27FC236}">
                  <a16:creationId xmlns:a16="http://schemas.microsoft.com/office/drawing/2014/main" id="{69AC551E-8451-D664-6D1E-C11FD6029690}"/>
                </a:ext>
              </a:extLst>
            </p:cNvPr>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8" name="Google Shape;1895;p52">
              <a:extLst>
                <a:ext uri="{FF2B5EF4-FFF2-40B4-BE49-F238E27FC236}">
                  <a16:creationId xmlns:a16="http://schemas.microsoft.com/office/drawing/2014/main" id="{BBC5B141-D12A-CDDE-3ACA-6DA556A3B2EF}"/>
                </a:ext>
              </a:extLst>
            </p:cNvPr>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9" name="Google Shape;1896;p52">
              <a:extLst>
                <a:ext uri="{FF2B5EF4-FFF2-40B4-BE49-F238E27FC236}">
                  <a16:creationId xmlns:a16="http://schemas.microsoft.com/office/drawing/2014/main" id="{C3951FB8-53EB-0D15-185B-7131F7B969C0}"/>
                </a:ext>
              </a:extLst>
            </p:cNvPr>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0" name="Google Shape;1897;p52">
              <a:extLst>
                <a:ext uri="{FF2B5EF4-FFF2-40B4-BE49-F238E27FC236}">
                  <a16:creationId xmlns:a16="http://schemas.microsoft.com/office/drawing/2014/main" id="{B56BC702-BB30-D992-E557-326D4309D0E2}"/>
                </a:ext>
              </a:extLst>
            </p:cNvPr>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1" name="Google Shape;1898;p52">
              <a:extLst>
                <a:ext uri="{FF2B5EF4-FFF2-40B4-BE49-F238E27FC236}">
                  <a16:creationId xmlns:a16="http://schemas.microsoft.com/office/drawing/2014/main" id="{04F8F528-85EF-FB5B-2C06-372196174CF5}"/>
                </a:ext>
              </a:extLst>
            </p:cNvPr>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2" name="Google Shape;1899;p52">
              <a:extLst>
                <a:ext uri="{FF2B5EF4-FFF2-40B4-BE49-F238E27FC236}">
                  <a16:creationId xmlns:a16="http://schemas.microsoft.com/office/drawing/2014/main" id="{F225DA97-EE16-067C-5F42-8A46AE0EEDFE}"/>
                </a:ext>
              </a:extLst>
            </p:cNvPr>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3" name="Google Shape;1900;p52">
              <a:extLst>
                <a:ext uri="{FF2B5EF4-FFF2-40B4-BE49-F238E27FC236}">
                  <a16:creationId xmlns:a16="http://schemas.microsoft.com/office/drawing/2014/main" id="{E830F256-CEAA-B45F-6270-972989AAB58D}"/>
                </a:ext>
              </a:extLst>
            </p:cNvPr>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4" name="Google Shape;1901;p52">
              <a:extLst>
                <a:ext uri="{FF2B5EF4-FFF2-40B4-BE49-F238E27FC236}">
                  <a16:creationId xmlns:a16="http://schemas.microsoft.com/office/drawing/2014/main" id="{A51168DE-6A7D-645D-CFBF-9674C8C2DCDC}"/>
                </a:ext>
              </a:extLst>
            </p:cNvPr>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5" name="Google Shape;1902;p52">
              <a:extLst>
                <a:ext uri="{FF2B5EF4-FFF2-40B4-BE49-F238E27FC236}">
                  <a16:creationId xmlns:a16="http://schemas.microsoft.com/office/drawing/2014/main" id="{985405A9-0B17-9C29-6DED-936CAF4BC888}"/>
                </a:ext>
              </a:extLst>
            </p:cNvPr>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4" name="Google Shape;1903;p52">
              <a:extLst>
                <a:ext uri="{FF2B5EF4-FFF2-40B4-BE49-F238E27FC236}">
                  <a16:creationId xmlns:a16="http://schemas.microsoft.com/office/drawing/2014/main" id="{FF2B3678-45BC-290E-8877-AB32C05B7371}"/>
                </a:ext>
              </a:extLst>
            </p:cNvPr>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5" name="Google Shape;1904;p52">
              <a:extLst>
                <a:ext uri="{FF2B5EF4-FFF2-40B4-BE49-F238E27FC236}">
                  <a16:creationId xmlns:a16="http://schemas.microsoft.com/office/drawing/2014/main" id="{C8E27844-ACEE-789C-146F-28C4C37B0CDF}"/>
                </a:ext>
              </a:extLst>
            </p:cNvPr>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6" name="Google Shape;1905;p52">
              <a:extLst>
                <a:ext uri="{FF2B5EF4-FFF2-40B4-BE49-F238E27FC236}">
                  <a16:creationId xmlns:a16="http://schemas.microsoft.com/office/drawing/2014/main" id="{A712BCAA-A972-A82D-2F20-BD5A1F454EF3}"/>
                </a:ext>
              </a:extLst>
            </p:cNvPr>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7" name="Google Shape;1906;p52">
              <a:extLst>
                <a:ext uri="{FF2B5EF4-FFF2-40B4-BE49-F238E27FC236}">
                  <a16:creationId xmlns:a16="http://schemas.microsoft.com/office/drawing/2014/main" id="{34A82F3A-194C-4872-C2AC-96F7D78310CE}"/>
                </a:ext>
              </a:extLst>
            </p:cNvPr>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9" name="Google Shape;1907;p52">
              <a:extLst>
                <a:ext uri="{FF2B5EF4-FFF2-40B4-BE49-F238E27FC236}">
                  <a16:creationId xmlns:a16="http://schemas.microsoft.com/office/drawing/2014/main" id="{5B625CFC-EA26-0A98-2400-6AD34CF208BE}"/>
                </a:ext>
              </a:extLst>
            </p:cNvPr>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1" name="Google Shape;1908;p52">
              <a:extLst>
                <a:ext uri="{FF2B5EF4-FFF2-40B4-BE49-F238E27FC236}">
                  <a16:creationId xmlns:a16="http://schemas.microsoft.com/office/drawing/2014/main" id="{879CF3A6-F348-634C-D4B1-0E9203205922}"/>
                </a:ext>
              </a:extLst>
            </p:cNvPr>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6" name="Google Shape;1909;p52">
              <a:extLst>
                <a:ext uri="{FF2B5EF4-FFF2-40B4-BE49-F238E27FC236}">
                  <a16:creationId xmlns:a16="http://schemas.microsoft.com/office/drawing/2014/main" id="{F2F29D7A-8108-B0B8-4933-CAECC17A4E92}"/>
                </a:ext>
              </a:extLst>
            </p:cNvPr>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7" name="Google Shape;1910;p52">
              <a:extLst>
                <a:ext uri="{FF2B5EF4-FFF2-40B4-BE49-F238E27FC236}">
                  <a16:creationId xmlns:a16="http://schemas.microsoft.com/office/drawing/2014/main" id="{1E3D3E7E-5431-7880-590D-ED1BDBE73CF8}"/>
                </a:ext>
              </a:extLst>
            </p:cNvPr>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8" name="Google Shape;1911;p52">
              <a:extLst>
                <a:ext uri="{FF2B5EF4-FFF2-40B4-BE49-F238E27FC236}">
                  <a16:creationId xmlns:a16="http://schemas.microsoft.com/office/drawing/2014/main" id="{0C09D3D1-E720-AE58-1353-94A1B6C0C113}"/>
                </a:ext>
              </a:extLst>
            </p:cNvPr>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9" name="Google Shape;1912;p52">
              <a:extLst>
                <a:ext uri="{FF2B5EF4-FFF2-40B4-BE49-F238E27FC236}">
                  <a16:creationId xmlns:a16="http://schemas.microsoft.com/office/drawing/2014/main" id="{10091129-10F9-A76E-9686-61A03EF4E083}"/>
                </a:ext>
              </a:extLst>
            </p:cNvPr>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0" name="Google Shape;1913;p52">
              <a:extLst>
                <a:ext uri="{FF2B5EF4-FFF2-40B4-BE49-F238E27FC236}">
                  <a16:creationId xmlns:a16="http://schemas.microsoft.com/office/drawing/2014/main" id="{B1115C07-8C4A-0BC7-BD07-FCCB5139F428}"/>
                </a:ext>
              </a:extLst>
            </p:cNvPr>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1" name="Google Shape;1914;p52">
              <a:extLst>
                <a:ext uri="{FF2B5EF4-FFF2-40B4-BE49-F238E27FC236}">
                  <a16:creationId xmlns:a16="http://schemas.microsoft.com/office/drawing/2014/main" id="{7A3121A6-AB10-9735-6A82-B83FA7FB6AD6}"/>
                </a:ext>
              </a:extLst>
            </p:cNvPr>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2" name="Google Shape;1915;p52">
              <a:extLst>
                <a:ext uri="{FF2B5EF4-FFF2-40B4-BE49-F238E27FC236}">
                  <a16:creationId xmlns:a16="http://schemas.microsoft.com/office/drawing/2014/main" id="{704863D1-6C0A-51F6-C489-E8D7E3E5EC76}"/>
                </a:ext>
              </a:extLst>
            </p:cNvPr>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3" name="Google Shape;1916;p52">
              <a:extLst>
                <a:ext uri="{FF2B5EF4-FFF2-40B4-BE49-F238E27FC236}">
                  <a16:creationId xmlns:a16="http://schemas.microsoft.com/office/drawing/2014/main" id="{44F5503E-D985-8A2F-A90C-0FCA25536C62}"/>
                </a:ext>
              </a:extLst>
            </p:cNvPr>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4" name="Google Shape;1917;p52">
              <a:extLst>
                <a:ext uri="{FF2B5EF4-FFF2-40B4-BE49-F238E27FC236}">
                  <a16:creationId xmlns:a16="http://schemas.microsoft.com/office/drawing/2014/main" id="{0FA2EF28-46BE-A9C6-0646-70E909927933}"/>
                </a:ext>
              </a:extLst>
            </p:cNvPr>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5" name="Google Shape;1918;p52">
              <a:extLst>
                <a:ext uri="{FF2B5EF4-FFF2-40B4-BE49-F238E27FC236}">
                  <a16:creationId xmlns:a16="http://schemas.microsoft.com/office/drawing/2014/main" id="{9AE3E110-EE0E-3D2B-835A-0CF63E425C5C}"/>
                </a:ext>
              </a:extLst>
            </p:cNvPr>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6" name="Google Shape;1919;p52">
              <a:extLst>
                <a:ext uri="{FF2B5EF4-FFF2-40B4-BE49-F238E27FC236}">
                  <a16:creationId xmlns:a16="http://schemas.microsoft.com/office/drawing/2014/main" id="{F8A836F4-9817-BEFA-E8BF-0F307E897926}"/>
                </a:ext>
              </a:extLst>
            </p:cNvPr>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7" name="Google Shape;1920;p52">
              <a:extLst>
                <a:ext uri="{FF2B5EF4-FFF2-40B4-BE49-F238E27FC236}">
                  <a16:creationId xmlns:a16="http://schemas.microsoft.com/office/drawing/2014/main" id="{76C0C5DB-611D-203C-8EFC-0D013132C5C8}"/>
                </a:ext>
              </a:extLst>
            </p:cNvPr>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8" name="Google Shape;1921;p52">
              <a:extLst>
                <a:ext uri="{FF2B5EF4-FFF2-40B4-BE49-F238E27FC236}">
                  <a16:creationId xmlns:a16="http://schemas.microsoft.com/office/drawing/2014/main" id="{378BB856-0764-85E2-009D-EFF6C1C34E66}"/>
                </a:ext>
              </a:extLst>
            </p:cNvPr>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9" name="Google Shape;1922;p52">
              <a:extLst>
                <a:ext uri="{FF2B5EF4-FFF2-40B4-BE49-F238E27FC236}">
                  <a16:creationId xmlns:a16="http://schemas.microsoft.com/office/drawing/2014/main" id="{6123D698-EC67-B9D9-4B29-63FA71EA6D29}"/>
                </a:ext>
              </a:extLst>
            </p:cNvPr>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0" name="Google Shape;1923;p52">
              <a:extLst>
                <a:ext uri="{FF2B5EF4-FFF2-40B4-BE49-F238E27FC236}">
                  <a16:creationId xmlns:a16="http://schemas.microsoft.com/office/drawing/2014/main" id="{30EBC14E-8351-BD25-EB06-A882DE32F6BB}"/>
                </a:ext>
              </a:extLst>
            </p:cNvPr>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1" name="Google Shape;1924;p52">
              <a:extLst>
                <a:ext uri="{FF2B5EF4-FFF2-40B4-BE49-F238E27FC236}">
                  <a16:creationId xmlns:a16="http://schemas.microsoft.com/office/drawing/2014/main" id="{282E1487-9BE4-5D07-0C88-E0F82117BFB2}"/>
                </a:ext>
              </a:extLst>
            </p:cNvPr>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2" name="Google Shape;1925;p52">
              <a:extLst>
                <a:ext uri="{FF2B5EF4-FFF2-40B4-BE49-F238E27FC236}">
                  <a16:creationId xmlns:a16="http://schemas.microsoft.com/office/drawing/2014/main" id="{7A04779B-4E9A-C0A9-2FD0-6AF7570730DE}"/>
                </a:ext>
              </a:extLst>
            </p:cNvPr>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3" name="Google Shape;1926;p52">
              <a:extLst>
                <a:ext uri="{FF2B5EF4-FFF2-40B4-BE49-F238E27FC236}">
                  <a16:creationId xmlns:a16="http://schemas.microsoft.com/office/drawing/2014/main" id="{5A4D7690-A8E7-33AF-5620-EAA9CE4A0CAE}"/>
                </a:ext>
              </a:extLst>
            </p:cNvPr>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4" name="Google Shape;1927;p52">
              <a:extLst>
                <a:ext uri="{FF2B5EF4-FFF2-40B4-BE49-F238E27FC236}">
                  <a16:creationId xmlns:a16="http://schemas.microsoft.com/office/drawing/2014/main" id="{731E7889-47E1-D8BD-33E6-7FDB6A435520}"/>
                </a:ext>
              </a:extLst>
            </p:cNvPr>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5" name="Google Shape;1928;p52">
              <a:extLst>
                <a:ext uri="{FF2B5EF4-FFF2-40B4-BE49-F238E27FC236}">
                  <a16:creationId xmlns:a16="http://schemas.microsoft.com/office/drawing/2014/main" id="{CEF795CD-396D-0257-2C84-E5B263276DC7}"/>
                </a:ext>
              </a:extLst>
            </p:cNvPr>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6" name="Google Shape;1929;p52">
              <a:extLst>
                <a:ext uri="{FF2B5EF4-FFF2-40B4-BE49-F238E27FC236}">
                  <a16:creationId xmlns:a16="http://schemas.microsoft.com/office/drawing/2014/main" id="{626047EB-2E2F-C601-1646-C5F160422A4A}"/>
                </a:ext>
              </a:extLst>
            </p:cNvPr>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7" name="Google Shape;1930;p52">
              <a:extLst>
                <a:ext uri="{FF2B5EF4-FFF2-40B4-BE49-F238E27FC236}">
                  <a16:creationId xmlns:a16="http://schemas.microsoft.com/office/drawing/2014/main" id="{E1D6E122-8C95-70BB-A2D4-FA3ED540A38A}"/>
                </a:ext>
              </a:extLst>
            </p:cNvPr>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8" name="Google Shape;1931;p52">
              <a:extLst>
                <a:ext uri="{FF2B5EF4-FFF2-40B4-BE49-F238E27FC236}">
                  <a16:creationId xmlns:a16="http://schemas.microsoft.com/office/drawing/2014/main" id="{E91CC4A8-F342-9DCC-974D-C34C308DF169}"/>
                </a:ext>
              </a:extLst>
            </p:cNvPr>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9" name="Google Shape;1932;p52">
              <a:extLst>
                <a:ext uri="{FF2B5EF4-FFF2-40B4-BE49-F238E27FC236}">
                  <a16:creationId xmlns:a16="http://schemas.microsoft.com/office/drawing/2014/main" id="{C9322D33-93EE-B5A2-A8EC-63FC1151EE15}"/>
                </a:ext>
              </a:extLst>
            </p:cNvPr>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0" name="Google Shape;1933;p52">
              <a:extLst>
                <a:ext uri="{FF2B5EF4-FFF2-40B4-BE49-F238E27FC236}">
                  <a16:creationId xmlns:a16="http://schemas.microsoft.com/office/drawing/2014/main" id="{34B369CC-A695-1158-F732-4FBDE65EC110}"/>
                </a:ext>
              </a:extLst>
            </p:cNvPr>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1" name="Google Shape;1934;p52">
              <a:extLst>
                <a:ext uri="{FF2B5EF4-FFF2-40B4-BE49-F238E27FC236}">
                  <a16:creationId xmlns:a16="http://schemas.microsoft.com/office/drawing/2014/main" id="{91D7BE3B-6FCC-B709-7D4B-903E2DADFA84}"/>
                </a:ext>
              </a:extLst>
            </p:cNvPr>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2" name="Google Shape;1935;p52">
              <a:extLst>
                <a:ext uri="{FF2B5EF4-FFF2-40B4-BE49-F238E27FC236}">
                  <a16:creationId xmlns:a16="http://schemas.microsoft.com/office/drawing/2014/main" id="{1703F5E4-AF96-A862-2DD0-9DC93D47AD37}"/>
                </a:ext>
              </a:extLst>
            </p:cNvPr>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3" name="Google Shape;1936;p52">
              <a:extLst>
                <a:ext uri="{FF2B5EF4-FFF2-40B4-BE49-F238E27FC236}">
                  <a16:creationId xmlns:a16="http://schemas.microsoft.com/office/drawing/2014/main" id="{B8F44A61-F1CB-5FAE-D805-84C6E23C8DAC}"/>
                </a:ext>
              </a:extLst>
            </p:cNvPr>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4" name="Google Shape;1937;p52">
              <a:extLst>
                <a:ext uri="{FF2B5EF4-FFF2-40B4-BE49-F238E27FC236}">
                  <a16:creationId xmlns:a16="http://schemas.microsoft.com/office/drawing/2014/main" id="{80A0F0C2-ADEA-E9A5-53C0-7C4E05DA7DB1}"/>
                </a:ext>
              </a:extLst>
            </p:cNvPr>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5" name="Google Shape;1938;p52">
              <a:extLst>
                <a:ext uri="{FF2B5EF4-FFF2-40B4-BE49-F238E27FC236}">
                  <a16:creationId xmlns:a16="http://schemas.microsoft.com/office/drawing/2014/main" id="{54E8B3B7-E9F0-BF12-A5C9-844C33C44782}"/>
                </a:ext>
              </a:extLst>
            </p:cNvPr>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6" name="Google Shape;1939;p52">
              <a:extLst>
                <a:ext uri="{FF2B5EF4-FFF2-40B4-BE49-F238E27FC236}">
                  <a16:creationId xmlns:a16="http://schemas.microsoft.com/office/drawing/2014/main" id="{39F03384-AF35-485F-D4E2-04D0B98CC5EE}"/>
                </a:ext>
              </a:extLst>
            </p:cNvPr>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7" name="Google Shape;1940;p52">
              <a:extLst>
                <a:ext uri="{FF2B5EF4-FFF2-40B4-BE49-F238E27FC236}">
                  <a16:creationId xmlns:a16="http://schemas.microsoft.com/office/drawing/2014/main" id="{9005185A-C90C-6C69-2B69-4FD70A8CCEC3}"/>
                </a:ext>
              </a:extLst>
            </p:cNvPr>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8" name="Google Shape;1941;p52">
              <a:extLst>
                <a:ext uri="{FF2B5EF4-FFF2-40B4-BE49-F238E27FC236}">
                  <a16:creationId xmlns:a16="http://schemas.microsoft.com/office/drawing/2014/main" id="{49BCF7EA-DB74-40C0-062C-B181C8A582EA}"/>
                </a:ext>
              </a:extLst>
            </p:cNvPr>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9" name="Google Shape;1942;p52">
              <a:extLst>
                <a:ext uri="{FF2B5EF4-FFF2-40B4-BE49-F238E27FC236}">
                  <a16:creationId xmlns:a16="http://schemas.microsoft.com/office/drawing/2014/main" id="{4ED8881B-A293-2758-36DD-0F06F8F90AB3}"/>
                </a:ext>
              </a:extLst>
            </p:cNvPr>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0" name="Google Shape;1943;p52">
              <a:extLst>
                <a:ext uri="{FF2B5EF4-FFF2-40B4-BE49-F238E27FC236}">
                  <a16:creationId xmlns:a16="http://schemas.microsoft.com/office/drawing/2014/main" id="{B4955991-42F1-7438-6E2E-BC778A3A289D}"/>
                </a:ext>
              </a:extLst>
            </p:cNvPr>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1" name="Google Shape;1944;p52">
              <a:extLst>
                <a:ext uri="{FF2B5EF4-FFF2-40B4-BE49-F238E27FC236}">
                  <a16:creationId xmlns:a16="http://schemas.microsoft.com/office/drawing/2014/main" id="{C5C1BDA9-8407-54B6-919F-638EEDAD9E00}"/>
                </a:ext>
              </a:extLst>
            </p:cNvPr>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2" name="Google Shape;1945;p52">
              <a:extLst>
                <a:ext uri="{FF2B5EF4-FFF2-40B4-BE49-F238E27FC236}">
                  <a16:creationId xmlns:a16="http://schemas.microsoft.com/office/drawing/2014/main" id="{9BF85F51-5E33-6FE2-9B76-94552B863406}"/>
                </a:ext>
              </a:extLst>
            </p:cNvPr>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3" name="Google Shape;1946;p52">
              <a:extLst>
                <a:ext uri="{FF2B5EF4-FFF2-40B4-BE49-F238E27FC236}">
                  <a16:creationId xmlns:a16="http://schemas.microsoft.com/office/drawing/2014/main" id="{FCAAB412-C79B-792B-FFF9-E010D94E79F0}"/>
                </a:ext>
              </a:extLst>
            </p:cNvPr>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4" name="Google Shape;1947;p52">
              <a:extLst>
                <a:ext uri="{FF2B5EF4-FFF2-40B4-BE49-F238E27FC236}">
                  <a16:creationId xmlns:a16="http://schemas.microsoft.com/office/drawing/2014/main" id="{249236C8-5492-C5AF-F6B5-62B1A370604B}"/>
                </a:ext>
              </a:extLst>
            </p:cNvPr>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5" name="Google Shape;1948;p52">
              <a:extLst>
                <a:ext uri="{FF2B5EF4-FFF2-40B4-BE49-F238E27FC236}">
                  <a16:creationId xmlns:a16="http://schemas.microsoft.com/office/drawing/2014/main" id="{12597A90-55E8-A60B-34E3-E6DAA8652D64}"/>
                </a:ext>
              </a:extLst>
            </p:cNvPr>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1156" name="Google Shape;1870;p52">
            <a:extLst>
              <a:ext uri="{FF2B5EF4-FFF2-40B4-BE49-F238E27FC236}">
                <a16:creationId xmlns:a16="http://schemas.microsoft.com/office/drawing/2014/main" id="{9D5F3049-2C64-A672-A190-040AC546D886}"/>
              </a:ext>
            </a:extLst>
          </p:cNvPr>
          <p:cNvGrpSpPr/>
          <p:nvPr/>
        </p:nvGrpSpPr>
        <p:grpSpPr>
          <a:xfrm>
            <a:off x="5542763" y="2968459"/>
            <a:ext cx="646414" cy="320969"/>
            <a:chOff x="4943575" y="2516350"/>
            <a:chExt cx="98675" cy="81700"/>
          </a:xfrm>
        </p:grpSpPr>
        <p:sp>
          <p:nvSpPr>
            <p:cNvPr id="1157" name="Google Shape;1871;p52">
              <a:extLst>
                <a:ext uri="{FF2B5EF4-FFF2-40B4-BE49-F238E27FC236}">
                  <a16:creationId xmlns:a16="http://schemas.microsoft.com/office/drawing/2014/main" id="{BB46D9F4-A6E1-B49B-678C-33001AC76CDE}"/>
                </a:ext>
              </a:extLst>
            </p:cNvPr>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8" name="Google Shape;1872;p52">
              <a:extLst>
                <a:ext uri="{FF2B5EF4-FFF2-40B4-BE49-F238E27FC236}">
                  <a16:creationId xmlns:a16="http://schemas.microsoft.com/office/drawing/2014/main" id="{D5EA017D-BEF9-B156-BDC9-FD37558EEC4B}"/>
                </a:ext>
              </a:extLst>
            </p:cNvPr>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9" name="Google Shape;1873;p52">
              <a:extLst>
                <a:ext uri="{FF2B5EF4-FFF2-40B4-BE49-F238E27FC236}">
                  <a16:creationId xmlns:a16="http://schemas.microsoft.com/office/drawing/2014/main" id="{55E20179-E6F8-5049-0A65-9644C5379F76}"/>
                </a:ext>
              </a:extLst>
            </p:cNvPr>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0" name="Google Shape;1874;p52">
              <a:extLst>
                <a:ext uri="{FF2B5EF4-FFF2-40B4-BE49-F238E27FC236}">
                  <a16:creationId xmlns:a16="http://schemas.microsoft.com/office/drawing/2014/main" id="{6C8ACA7D-460A-A1AF-FACA-6C78DC153A8A}"/>
                </a:ext>
              </a:extLst>
            </p:cNvPr>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1" name="Google Shape;1875;p52">
              <a:extLst>
                <a:ext uri="{FF2B5EF4-FFF2-40B4-BE49-F238E27FC236}">
                  <a16:creationId xmlns:a16="http://schemas.microsoft.com/office/drawing/2014/main" id="{46565EDE-5D7C-C344-06BE-5E84B77A7EA2}"/>
                </a:ext>
              </a:extLst>
            </p:cNvPr>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2" name="Google Shape;1876;p52">
              <a:extLst>
                <a:ext uri="{FF2B5EF4-FFF2-40B4-BE49-F238E27FC236}">
                  <a16:creationId xmlns:a16="http://schemas.microsoft.com/office/drawing/2014/main" id="{2F5BEC72-D291-CDE8-CC70-47E0F751D49A}"/>
                </a:ext>
              </a:extLst>
            </p:cNvPr>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3" name="Google Shape;1877;p52">
              <a:extLst>
                <a:ext uri="{FF2B5EF4-FFF2-40B4-BE49-F238E27FC236}">
                  <a16:creationId xmlns:a16="http://schemas.microsoft.com/office/drawing/2014/main" id="{8B23A78C-B723-F5F0-61DB-FECC8F2DDA5C}"/>
                </a:ext>
              </a:extLst>
            </p:cNvPr>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4" name="Google Shape;1878;p52">
              <a:extLst>
                <a:ext uri="{FF2B5EF4-FFF2-40B4-BE49-F238E27FC236}">
                  <a16:creationId xmlns:a16="http://schemas.microsoft.com/office/drawing/2014/main" id="{0796D45F-6F54-CCC3-7DB9-2B12C81EC477}"/>
                </a:ext>
              </a:extLst>
            </p:cNvPr>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5" name="Google Shape;1879;p52">
              <a:extLst>
                <a:ext uri="{FF2B5EF4-FFF2-40B4-BE49-F238E27FC236}">
                  <a16:creationId xmlns:a16="http://schemas.microsoft.com/office/drawing/2014/main" id="{23EFB427-2D73-F8A3-3996-F3829D7BC1B5}"/>
                </a:ext>
              </a:extLst>
            </p:cNvPr>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6" name="Google Shape;1880;p52">
              <a:extLst>
                <a:ext uri="{FF2B5EF4-FFF2-40B4-BE49-F238E27FC236}">
                  <a16:creationId xmlns:a16="http://schemas.microsoft.com/office/drawing/2014/main" id="{717672DF-933D-1E59-0001-CF4810BD3366}"/>
                </a:ext>
              </a:extLst>
            </p:cNvPr>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7" name="Google Shape;1881;p52">
              <a:extLst>
                <a:ext uri="{FF2B5EF4-FFF2-40B4-BE49-F238E27FC236}">
                  <a16:creationId xmlns:a16="http://schemas.microsoft.com/office/drawing/2014/main" id="{E96DCD15-641C-E0C7-ADBB-48E8137D1B64}"/>
                </a:ext>
              </a:extLst>
            </p:cNvPr>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8" name="Google Shape;1882;p52">
              <a:extLst>
                <a:ext uri="{FF2B5EF4-FFF2-40B4-BE49-F238E27FC236}">
                  <a16:creationId xmlns:a16="http://schemas.microsoft.com/office/drawing/2014/main" id="{C643ABEE-FD6A-8DC1-743F-FE0AFDA7B500}"/>
                </a:ext>
              </a:extLst>
            </p:cNvPr>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9" name="Google Shape;1883;p52">
              <a:extLst>
                <a:ext uri="{FF2B5EF4-FFF2-40B4-BE49-F238E27FC236}">
                  <a16:creationId xmlns:a16="http://schemas.microsoft.com/office/drawing/2014/main" id="{78556ACD-768D-7856-073F-48C18C75E446}"/>
                </a:ext>
              </a:extLst>
            </p:cNvPr>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highlight>
                  <a:srgbClr val="FFFF00"/>
                </a:highlight>
              </a:endParaRPr>
            </a:p>
          </p:txBody>
        </p:sp>
        <p:sp>
          <p:nvSpPr>
            <p:cNvPr id="1170" name="Google Shape;1884;p52">
              <a:extLst>
                <a:ext uri="{FF2B5EF4-FFF2-40B4-BE49-F238E27FC236}">
                  <a16:creationId xmlns:a16="http://schemas.microsoft.com/office/drawing/2014/main" id="{CDFB8061-99DB-A10D-4D0A-827978F12561}"/>
                </a:ext>
              </a:extLst>
            </p:cNvPr>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1" name="Google Shape;1885;p52">
              <a:extLst>
                <a:ext uri="{FF2B5EF4-FFF2-40B4-BE49-F238E27FC236}">
                  <a16:creationId xmlns:a16="http://schemas.microsoft.com/office/drawing/2014/main" id="{706B8E14-BE56-9470-81EE-9750AF8DE64A}"/>
                </a:ext>
              </a:extLst>
            </p:cNvPr>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2" name="Google Shape;1886;p52">
              <a:extLst>
                <a:ext uri="{FF2B5EF4-FFF2-40B4-BE49-F238E27FC236}">
                  <a16:creationId xmlns:a16="http://schemas.microsoft.com/office/drawing/2014/main" id="{78A1104F-714F-D5FC-F2F3-44929CF92F0F}"/>
                </a:ext>
              </a:extLst>
            </p:cNvPr>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3" name="Google Shape;1887;p52">
              <a:extLst>
                <a:ext uri="{FF2B5EF4-FFF2-40B4-BE49-F238E27FC236}">
                  <a16:creationId xmlns:a16="http://schemas.microsoft.com/office/drawing/2014/main" id="{92AB948C-1B5A-CD3B-7170-958D98C1D4C9}"/>
                </a:ext>
              </a:extLst>
            </p:cNvPr>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4" name="Google Shape;1888;p52">
              <a:extLst>
                <a:ext uri="{FF2B5EF4-FFF2-40B4-BE49-F238E27FC236}">
                  <a16:creationId xmlns:a16="http://schemas.microsoft.com/office/drawing/2014/main" id="{B130961B-4FE2-85CF-53DC-EBC13A7676D0}"/>
                </a:ext>
              </a:extLst>
            </p:cNvPr>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5" name="Google Shape;1889;p52">
              <a:extLst>
                <a:ext uri="{FF2B5EF4-FFF2-40B4-BE49-F238E27FC236}">
                  <a16:creationId xmlns:a16="http://schemas.microsoft.com/office/drawing/2014/main" id="{F3D62702-3C4B-4213-FE72-B03BDB84E41B}"/>
                </a:ext>
              </a:extLst>
            </p:cNvPr>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6" name="Google Shape;1890;p52">
              <a:extLst>
                <a:ext uri="{FF2B5EF4-FFF2-40B4-BE49-F238E27FC236}">
                  <a16:creationId xmlns:a16="http://schemas.microsoft.com/office/drawing/2014/main" id="{2BD146E0-D77D-B16E-AA45-EA0BA991BCFA}"/>
                </a:ext>
              </a:extLst>
            </p:cNvPr>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7" name="Google Shape;1891;p52">
              <a:extLst>
                <a:ext uri="{FF2B5EF4-FFF2-40B4-BE49-F238E27FC236}">
                  <a16:creationId xmlns:a16="http://schemas.microsoft.com/office/drawing/2014/main" id="{6AC3F2F7-258E-27BE-FEF6-AA833043A508}"/>
                </a:ext>
              </a:extLst>
            </p:cNvPr>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8" name="Google Shape;1892;p52">
              <a:extLst>
                <a:ext uri="{FF2B5EF4-FFF2-40B4-BE49-F238E27FC236}">
                  <a16:creationId xmlns:a16="http://schemas.microsoft.com/office/drawing/2014/main" id="{C2C47430-A6A4-0B1F-B05F-EA7C7ED1469F}"/>
                </a:ext>
              </a:extLst>
            </p:cNvPr>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9" name="Google Shape;1893;p52">
              <a:extLst>
                <a:ext uri="{FF2B5EF4-FFF2-40B4-BE49-F238E27FC236}">
                  <a16:creationId xmlns:a16="http://schemas.microsoft.com/office/drawing/2014/main" id="{9A646BC7-C30E-FF50-B058-5F3EBE119D36}"/>
                </a:ext>
              </a:extLst>
            </p:cNvPr>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0" name="Google Shape;1894;p52">
              <a:extLst>
                <a:ext uri="{FF2B5EF4-FFF2-40B4-BE49-F238E27FC236}">
                  <a16:creationId xmlns:a16="http://schemas.microsoft.com/office/drawing/2014/main" id="{1111045C-74B0-2585-738E-11DE11BBEA27}"/>
                </a:ext>
              </a:extLst>
            </p:cNvPr>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1" name="Google Shape;1895;p52">
              <a:extLst>
                <a:ext uri="{FF2B5EF4-FFF2-40B4-BE49-F238E27FC236}">
                  <a16:creationId xmlns:a16="http://schemas.microsoft.com/office/drawing/2014/main" id="{BB45F029-80A4-9C67-AD1D-5A43FE1A2EAF}"/>
                </a:ext>
              </a:extLst>
            </p:cNvPr>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2" name="Google Shape;1896;p52">
              <a:extLst>
                <a:ext uri="{FF2B5EF4-FFF2-40B4-BE49-F238E27FC236}">
                  <a16:creationId xmlns:a16="http://schemas.microsoft.com/office/drawing/2014/main" id="{3908D287-70FC-B11E-C3E7-B230ABCB8157}"/>
                </a:ext>
              </a:extLst>
            </p:cNvPr>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3" name="Google Shape;1897;p52">
              <a:extLst>
                <a:ext uri="{FF2B5EF4-FFF2-40B4-BE49-F238E27FC236}">
                  <a16:creationId xmlns:a16="http://schemas.microsoft.com/office/drawing/2014/main" id="{DF404A53-8A3B-D3AC-0FE3-66C4EA249B8B}"/>
                </a:ext>
              </a:extLst>
            </p:cNvPr>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4" name="Google Shape;1898;p52">
              <a:extLst>
                <a:ext uri="{FF2B5EF4-FFF2-40B4-BE49-F238E27FC236}">
                  <a16:creationId xmlns:a16="http://schemas.microsoft.com/office/drawing/2014/main" id="{1B419987-C7D9-7B6C-0210-C12AEC7F8363}"/>
                </a:ext>
              </a:extLst>
            </p:cNvPr>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5" name="Google Shape;1899;p52">
              <a:extLst>
                <a:ext uri="{FF2B5EF4-FFF2-40B4-BE49-F238E27FC236}">
                  <a16:creationId xmlns:a16="http://schemas.microsoft.com/office/drawing/2014/main" id="{1F0CE88A-9EE2-B0D3-4FA7-7DF3EBD88C93}"/>
                </a:ext>
              </a:extLst>
            </p:cNvPr>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6" name="Google Shape;1900;p52">
              <a:extLst>
                <a:ext uri="{FF2B5EF4-FFF2-40B4-BE49-F238E27FC236}">
                  <a16:creationId xmlns:a16="http://schemas.microsoft.com/office/drawing/2014/main" id="{737609DC-7BC5-D597-0063-1065C87BB5FB}"/>
                </a:ext>
              </a:extLst>
            </p:cNvPr>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7" name="Google Shape;1901;p52">
              <a:extLst>
                <a:ext uri="{FF2B5EF4-FFF2-40B4-BE49-F238E27FC236}">
                  <a16:creationId xmlns:a16="http://schemas.microsoft.com/office/drawing/2014/main" id="{A2943B66-6115-DA9A-250C-A36BA2FA0BC0}"/>
                </a:ext>
              </a:extLst>
            </p:cNvPr>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8" name="Google Shape;1902;p52">
              <a:extLst>
                <a:ext uri="{FF2B5EF4-FFF2-40B4-BE49-F238E27FC236}">
                  <a16:creationId xmlns:a16="http://schemas.microsoft.com/office/drawing/2014/main" id="{2955E91D-525C-A24C-851F-24F4C70B1320}"/>
                </a:ext>
              </a:extLst>
            </p:cNvPr>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9" name="Google Shape;1903;p52">
              <a:extLst>
                <a:ext uri="{FF2B5EF4-FFF2-40B4-BE49-F238E27FC236}">
                  <a16:creationId xmlns:a16="http://schemas.microsoft.com/office/drawing/2014/main" id="{64E2A725-2BA0-C4AC-E2A2-816F10481B4A}"/>
                </a:ext>
              </a:extLst>
            </p:cNvPr>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0" name="Google Shape;1904;p52">
              <a:extLst>
                <a:ext uri="{FF2B5EF4-FFF2-40B4-BE49-F238E27FC236}">
                  <a16:creationId xmlns:a16="http://schemas.microsoft.com/office/drawing/2014/main" id="{7F3B03E7-24E7-2D7B-E9CE-0A725CA01734}"/>
                </a:ext>
              </a:extLst>
            </p:cNvPr>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1" name="Google Shape;1905;p52">
              <a:extLst>
                <a:ext uri="{FF2B5EF4-FFF2-40B4-BE49-F238E27FC236}">
                  <a16:creationId xmlns:a16="http://schemas.microsoft.com/office/drawing/2014/main" id="{F4F69986-3052-90FC-3AFC-105DBDD5D463}"/>
                </a:ext>
              </a:extLst>
            </p:cNvPr>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2" name="Google Shape;1906;p52">
              <a:extLst>
                <a:ext uri="{FF2B5EF4-FFF2-40B4-BE49-F238E27FC236}">
                  <a16:creationId xmlns:a16="http://schemas.microsoft.com/office/drawing/2014/main" id="{EA4AF1A0-9777-2081-AFCA-07FD6EA50698}"/>
                </a:ext>
              </a:extLst>
            </p:cNvPr>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3" name="Google Shape;1907;p52">
              <a:extLst>
                <a:ext uri="{FF2B5EF4-FFF2-40B4-BE49-F238E27FC236}">
                  <a16:creationId xmlns:a16="http://schemas.microsoft.com/office/drawing/2014/main" id="{C0603716-CBD0-EF86-4846-9CD41AAE6213}"/>
                </a:ext>
              </a:extLst>
            </p:cNvPr>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4" name="Google Shape;1908;p52">
              <a:extLst>
                <a:ext uri="{FF2B5EF4-FFF2-40B4-BE49-F238E27FC236}">
                  <a16:creationId xmlns:a16="http://schemas.microsoft.com/office/drawing/2014/main" id="{D8411BED-C061-2290-638A-97089401F7FB}"/>
                </a:ext>
              </a:extLst>
            </p:cNvPr>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5" name="Google Shape;1909;p52">
              <a:extLst>
                <a:ext uri="{FF2B5EF4-FFF2-40B4-BE49-F238E27FC236}">
                  <a16:creationId xmlns:a16="http://schemas.microsoft.com/office/drawing/2014/main" id="{D5DDA0F2-39EA-6320-46EF-35FA2EE16A73}"/>
                </a:ext>
              </a:extLst>
            </p:cNvPr>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6" name="Google Shape;1910;p52">
              <a:extLst>
                <a:ext uri="{FF2B5EF4-FFF2-40B4-BE49-F238E27FC236}">
                  <a16:creationId xmlns:a16="http://schemas.microsoft.com/office/drawing/2014/main" id="{5A425C87-3926-3B28-8DE2-60B33F6D4918}"/>
                </a:ext>
              </a:extLst>
            </p:cNvPr>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7" name="Google Shape;1911;p52">
              <a:extLst>
                <a:ext uri="{FF2B5EF4-FFF2-40B4-BE49-F238E27FC236}">
                  <a16:creationId xmlns:a16="http://schemas.microsoft.com/office/drawing/2014/main" id="{9404021C-424C-1373-AB62-14F2E3A5B0DA}"/>
                </a:ext>
              </a:extLst>
            </p:cNvPr>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8" name="Google Shape;1912;p52">
              <a:extLst>
                <a:ext uri="{FF2B5EF4-FFF2-40B4-BE49-F238E27FC236}">
                  <a16:creationId xmlns:a16="http://schemas.microsoft.com/office/drawing/2014/main" id="{A7816DAE-F71E-49A5-90E9-8E4DEB919682}"/>
                </a:ext>
              </a:extLst>
            </p:cNvPr>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9" name="Google Shape;1913;p52">
              <a:extLst>
                <a:ext uri="{FF2B5EF4-FFF2-40B4-BE49-F238E27FC236}">
                  <a16:creationId xmlns:a16="http://schemas.microsoft.com/office/drawing/2014/main" id="{5D0AFE5B-587B-E6C7-3BD9-12D750CDA97B}"/>
                </a:ext>
              </a:extLst>
            </p:cNvPr>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0" name="Google Shape;1914;p52">
              <a:extLst>
                <a:ext uri="{FF2B5EF4-FFF2-40B4-BE49-F238E27FC236}">
                  <a16:creationId xmlns:a16="http://schemas.microsoft.com/office/drawing/2014/main" id="{92952BE1-95E5-4055-EC50-009C6AB92782}"/>
                </a:ext>
              </a:extLst>
            </p:cNvPr>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1" name="Google Shape;1915;p52">
              <a:extLst>
                <a:ext uri="{FF2B5EF4-FFF2-40B4-BE49-F238E27FC236}">
                  <a16:creationId xmlns:a16="http://schemas.microsoft.com/office/drawing/2014/main" id="{AD1517A1-FB57-1231-B56C-D59969440352}"/>
                </a:ext>
              </a:extLst>
            </p:cNvPr>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2" name="Google Shape;1916;p52">
              <a:extLst>
                <a:ext uri="{FF2B5EF4-FFF2-40B4-BE49-F238E27FC236}">
                  <a16:creationId xmlns:a16="http://schemas.microsoft.com/office/drawing/2014/main" id="{A1B2522F-6F3E-1A3E-367D-2D02E6F152EC}"/>
                </a:ext>
              </a:extLst>
            </p:cNvPr>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3" name="Google Shape;1917;p52">
              <a:extLst>
                <a:ext uri="{FF2B5EF4-FFF2-40B4-BE49-F238E27FC236}">
                  <a16:creationId xmlns:a16="http://schemas.microsoft.com/office/drawing/2014/main" id="{D8B5CDBA-264F-4BEE-B026-2B5CD651EBAF}"/>
                </a:ext>
              </a:extLst>
            </p:cNvPr>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4" name="Google Shape;1918;p52">
              <a:extLst>
                <a:ext uri="{FF2B5EF4-FFF2-40B4-BE49-F238E27FC236}">
                  <a16:creationId xmlns:a16="http://schemas.microsoft.com/office/drawing/2014/main" id="{0DF6981E-F7D2-A2C3-07F8-BBEE42D4C468}"/>
                </a:ext>
              </a:extLst>
            </p:cNvPr>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5" name="Google Shape;1919;p52">
              <a:extLst>
                <a:ext uri="{FF2B5EF4-FFF2-40B4-BE49-F238E27FC236}">
                  <a16:creationId xmlns:a16="http://schemas.microsoft.com/office/drawing/2014/main" id="{FC94F340-287A-7A48-623F-DF3B32FCBFC8}"/>
                </a:ext>
              </a:extLst>
            </p:cNvPr>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6" name="Google Shape;1920;p52">
              <a:extLst>
                <a:ext uri="{FF2B5EF4-FFF2-40B4-BE49-F238E27FC236}">
                  <a16:creationId xmlns:a16="http://schemas.microsoft.com/office/drawing/2014/main" id="{EA36187D-F316-5EAA-9F7A-3526E5F8BBB7}"/>
                </a:ext>
              </a:extLst>
            </p:cNvPr>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7" name="Google Shape;1921;p52">
              <a:extLst>
                <a:ext uri="{FF2B5EF4-FFF2-40B4-BE49-F238E27FC236}">
                  <a16:creationId xmlns:a16="http://schemas.microsoft.com/office/drawing/2014/main" id="{B457627C-317F-1F0E-C997-988CFB103BA4}"/>
                </a:ext>
              </a:extLst>
            </p:cNvPr>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8" name="Google Shape;1922;p52">
              <a:extLst>
                <a:ext uri="{FF2B5EF4-FFF2-40B4-BE49-F238E27FC236}">
                  <a16:creationId xmlns:a16="http://schemas.microsoft.com/office/drawing/2014/main" id="{B45F18E8-9041-BDB8-634E-46A458656C75}"/>
                </a:ext>
              </a:extLst>
            </p:cNvPr>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9" name="Google Shape;1923;p52">
              <a:extLst>
                <a:ext uri="{FF2B5EF4-FFF2-40B4-BE49-F238E27FC236}">
                  <a16:creationId xmlns:a16="http://schemas.microsoft.com/office/drawing/2014/main" id="{33804495-E844-9696-074D-88978712642E}"/>
                </a:ext>
              </a:extLst>
            </p:cNvPr>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0" name="Google Shape;1924;p52">
              <a:extLst>
                <a:ext uri="{FF2B5EF4-FFF2-40B4-BE49-F238E27FC236}">
                  <a16:creationId xmlns:a16="http://schemas.microsoft.com/office/drawing/2014/main" id="{A72DBA2C-7DBC-9BE4-4F90-F89EEDDE2AD5}"/>
                </a:ext>
              </a:extLst>
            </p:cNvPr>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1" name="Google Shape;1925;p52">
              <a:extLst>
                <a:ext uri="{FF2B5EF4-FFF2-40B4-BE49-F238E27FC236}">
                  <a16:creationId xmlns:a16="http://schemas.microsoft.com/office/drawing/2014/main" id="{5C2568A8-6640-2B1A-7A6F-FC906CE75221}"/>
                </a:ext>
              </a:extLst>
            </p:cNvPr>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2" name="Google Shape;1926;p52">
              <a:extLst>
                <a:ext uri="{FF2B5EF4-FFF2-40B4-BE49-F238E27FC236}">
                  <a16:creationId xmlns:a16="http://schemas.microsoft.com/office/drawing/2014/main" id="{784FAAE1-730A-1042-1A24-05EE1C14E28E}"/>
                </a:ext>
              </a:extLst>
            </p:cNvPr>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3" name="Google Shape;1927;p52">
              <a:extLst>
                <a:ext uri="{FF2B5EF4-FFF2-40B4-BE49-F238E27FC236}">
                  <a16:creationId xmlns:a16="http://schemas.microsoft.com/office/drawing/2014/main" id="{A8F5B37D-CD45-0E03-4632-C62099DBBD9A}"/>
                </a:ext>
              </a:extLst>
            </p:cNvPr>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4" name="Google Shape;1928;p52">
              <a:extLst>
                <a:ext uri="{FF2B5EF4-FFF2-40B4-BE49-F238E27FC236}">
                  <a16:creationId xmlns:a16="http://schemas.microsoft.com/office/drawing/2014/main" id="{1EC2561A-A088-58A2-3A1F-15D1C4FC883F}"/>
                </a:ext>
              </a:extLst>
            </p:cNvPr>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5" name="Google Shape;1929;p52">
              <a:extLst>
                <a:ext uri="{FF2B5EF4-FFF2-40B4-BE49-F238E27FC236}">
                  <a16:creationId xmlns:a16="http://schemas.microsoft.com/office/drawing/2014/main" id="{36DE2396-977A-3216-488D-D6C7B5B321E6}"/>
                </a:ext>
              </a:extLst>
            </p:cNvPr>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6" name="Google Shape;1930;p52">
              <a:extLst>
                <a:ext uri="{FF2B5EF4-FFF2-40B4-BE49-F238E27FC236}">
                  <a16:creationId xmlns:a16="http://schemas.microsoft.com/office/drawing/2014/main" id="{6DF2EF02-FAC7-4BD4-17D4-9462FC57966C}"/>
                </a:ext>
              </a:extLst>
            </p:cNvPr>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7" name="Google Shape;1931;p52">
              <a:extLst>
                <a:ext uri="{FF2B5EF4-FFF2-40B4-BE49-F238E27FC236}">
                  <a16:creationId xmlns:a16="http://schemas.microsoft.com/office/drawing/2014/main" id="{41D2E954-E0DD-E2EC-1E4C-75AA52FB4803}"/>
                </a:ext>
              </a:extLst>
            </p:cNvPr>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8" name="Google Shape;1932;p52">
              <a:extLst>
                <a:ext uri="{FF2B5EF4-FFF2-40B4-BE49-F238E27FC236}">
                  <a16:creationId xmlns:a16="http://schemas.microsoft.com/office/drawing/2014/main" id="{82622A4D-A4CA-081D-F685-C2D90C9E368B}"/>
                </a:ext>
              </a:extLst>
            </p:cNvPr>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9" name="Google Shape;1933;p52">
              <a:extLst>
                <a:ext uri="{FF2B5EF4-FFF2-40B4-BE49-F238E27FC236}">
                  <a16:creationId xmlns:a16="http://schemas.microsoft.com/office/drawing/2014/main" id="{FFAC5FE3-1CF8-9683-9787-008DBDF08D3B}"/>
                </a:ext>
              </a:extLst>
            </p:cNvPr>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0" name="Google Shape;1934;p52">
              <a:extLst>
                <a:ext uri="{FF2B5EF4-FFF2-40B4-BE49-F238E27FC236}">
                  <a16:creationId xmlns:a16="http://schemas.microsoft.com/office/drawing/2014/main" id="{A0C1881E-A703-14D6-9684-448B3C4B93AF}"/>
                </a:ext>
              </a:extLst>
            </p:cNvPr>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1" name="Google Shape;1935;p52">
              <a:extLst>
                <a:ext uri="{FF2B5EF4-FFF2-40B4-BE49-F238E27FC236}">
                  <a16:creationId xmlns:a16="http://schemas.microsoft.com/office/drawing/2014/main" id="{5B456AC0-99BB-EA53-A74F-3042C79AC08F}"/>
                </a:ext>
              </a:extLst>
            </p:cNvPr>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2" name="Google Shape;1936;p52">
              <a:extLst>
                <a:ext uri="{FF2B5EF4-FFF2-40B4-BE49-F238E27FC236}">
                  <a16:creationId xmlns:a16="http://schemas.microsoft.com/office/drawing/2014/main" id="{A84BC9FF-DB3F-BA93-AEFD-AFC6C342C34F}"/>
                </a:ext>
              </a:extLst>
            </p:cNvPr>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3" name="Google Shape;1937;p52">
              <a:extLst>
                <a:ext uri="{FF2B5EF4-FFF2-40B4-BE49-F238E27FC236}">
                  <a16:creationId xmlns:a16="http://schemas.microsoft.com/office/drawing/2014/main" id="{7D3E4A23-9F73-CB65-7B8E-D69F01370DA1}"/>
                </a:ext>
              </a:extLst>
            </p:cNvPr>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4" name="Google Shape;1938;p52">
              <a:extLst>
                <a:ext uri="{FF2B5EF4-FFF2-40B4-BE49-F238E27FC236}">
                  <a16:creationId xmlns:a16="http://schemas.microsoft.com/office/drawing/2014/main" id="{8AB4F85A-97B7-54C4-B551-61A891116890}"/>
                </a:ext>
              </a:extLst>
            </p:cNvPr>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5" name="Google Shape;1939;p52">
              <a:extLst>
                <a:ext uri="{FF2B5EF4-FFF2-40B4-BE49-F238E27FC236}">
                  <a16:creationId xmlns:a16="http://schemas.microsoft.com/office/drawing/2014/main" id="{50E75CFF-2F06-8D1A-0DF7-FD7E89715578}"/>
                </a:ext>
              </a:extLst>
            </p:cNvPr>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6" name="Google Shape;1940;p52">
              <a:extLst>
                <a:ext uri="{FF2B5EF4-FFF2-40B4-BE49-F238E27FC236}">
                  <a16:creationId xmlns:a16="http://schemas.microsoft.com/office/drawing/2014/main" id="{0BC47BB2-4EF8-FACE-DC7E-1443EABC6D89}"/>
                </a:ext>
              </a:extLst>
            </p:cNvPr>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7" name="Google Shape;1941;p52">
              <a:extLst>
                <a:ext uri="{FF2B5EF4-FFF2-40B4-BE49-F238E27FC236}">
                  <a16:creationId xmlns:a16="http://schemas.microsoft.com/office/drawing/2014/main" id="{80A8F95C-8212-64E3-29BA-227B42091119}"/>
                </a:ext>
              </a:extLst>
            </p:cNvPr>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8" name="Google Shape;1942;p52">
              <a:extLst>
                <a:ext uri="{FF2B5EF4-FFF2-40B4-BE49-F238E27FC236}">
                  <a16:creationId xmlns:a16="http://schemas.microsoft.com/office/drawing/2014/main" id="{B2DF8DDF-08E9-9002-EE6A-DF88CD9AECE3}"/>
                </a:ext>
              </a:extLst>
            </p:cNvPr>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9" name="Google Shape;1943;p52">
              <a:extLst>
                <a:ext uri="{FF2B5EF4-FFF2-40B4-BE49-F238E27FC236}">
                  <a16:creationId xmlns:a16="http://schemas.microsoft.com/office/drawing/2014/main" id="{527938EC-6EB6-00C7-8830-BAB6AC9DED7D}"/>
                </a:ext>
              </a:extLst>
            </p:cNvPr>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0" name="Google Shape;1944;p52">
              <a:extLst>
                <a:ext uri="{FF2B5EF4-FFF2-40B4-BE49-F238E27FC236}">
                  <a16:creationId xmlns:a16="http://schemas.microsoft.com/office/drawing/2014/main" id="{2F9C4D3C-16D7-2CF5-D332-6E638C9C51EB}"/>
                </a:ext>
              </a:extLst>
            </p:cNvPr>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1" name="Google Shape;1945;p52">
              <a:extLst>
                <a:ext uri="{FF2B5EF4-FFF2-40B4-BE49-F238E27FC236}">
                  <a16:creationId xmlns:a16="http://schemas.microsoft.com/office/drawing/2014/main" id="{2BFE6135-36CD-44FC-594A-D51F008D03EA}"/>
                </a:ext>
              </a:extLst>
            </p:cNvPr>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2" name="Google Shape;1946;p52">
              <a:extLst>
                <a:ext uri="{FF2B5EF4-FFF2-40B4-BE49-F238E27FC236}">
                  <a16:creationId xmlns:a16="http://schemas.microsoft.com/office/drawing/2014/main" id="{42D6F139-E6AB-7B89-905A-458A8AE48CD3}"/>
                </a:ext>
              </a:extLst>
            </p:cNvPr>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3" name="Google Shape;1947;p52">
              <a:extLst>
                <a:ext uri="{FF2B5EF4-FFF2-40B4-BE49-F238E27FC236}">
                  <a16:creationId xmlns:a16="http://schemas.microsoft.com/office/drawing/2014/main" id="{575A64E5-C220-5223-E83F-E81B9C830BC3}"/>
                </a:ext>
              </a:extLst>
            </p:cNvPr>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4" name="Google Shape;1948;p52">
              <a:extLst>
                <a:ext uri="{FF2B5EF4-FFF2-40B4-BE49-F238E27FC236}">
                  <a16:creationId xmlns:a16="http://schemas.microsoft.com/office/drawing/2014/main" id="{D2FB66B4-E4B8-C193-EE93-0BE1925B83F7}"/>
                </a:ext>
              </a:extLst>
            </p:cNvPr>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1235" name="Google Shape;1870;p52">
            <a:extLst>
              <a:ext uri="{FF2B5EF4-FFF2-40B4-BE49-F238E27FC236}">
                <a16:creationId xmlns:a16="http://schemas.microsoft.com/office/drawing/2014/main" id="{F60DB96F-51CD-ECC9-B9D6-B8BD0600D578}"/>
              </a:ext>
            </a:extLst>
          </p:cNvPr>
          <p:cNvGrpSpPr/>
          <p:nvPr/>
        </p:nvGrpSpPr>
        <p:grpSpPr>
          <a:xfrm>
            <a:off x="4142676" y="2947167"/>
            <a:ext cx="646414" cy="320969"/>
            <a:chOff x="4943575" y="2516350"/>
            <a:chExt cx="98675" cy="81700"/>
          </a:xfrm>
        </p:grpSpPr>
        <p:sp>
          <p:nvSpPr>
            <p:cNvPr id="1236" name="Google Shape;1871;p52">
              <a:extLst>
                <a:ext uri="{FF2B5EF4-FFF2-40B4-BE49-F238E27FC236}">
                  <a16:creationId xmlns:a16="http://schemas.microsoft.com/office/drawing/2014/main" id="{D1CEBEE6-D40C-4338-D82D-96CC0679E909}"/>
                </a:ext>
              </a:extLst>
            </p:cNvPr>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7" name="Google Shape;1872;p52">
              <a:extLst>
                <a:ext uri="{FF2B5EF4-FFF2-40B4-BE49-F238E27FC236}">
                  <a16:creationId xmlns:a16="http://schemas.microsoft.com/office/drawing/2014/main" id="{6E80955E-FE88-E610-A0C0-08FD597B8C7E}"/>
                </a:ext>
              </a:extLst>
            </p:cNvPr>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8" name="Google Shape;1873;p52">
              <a:extLst>
                <a:ext uri="{FF2B5EF4-FFF2-40B4-BE49-F238E27FC236}">
                  <a16:creationId xmlns:a16="http://schemas.microsoft.com/office/drawing/2014/main" id="{65BF68D6-22E1-A9EE-37B9-FB983166A3AC}"/>
                </a:ext>
              </a:extLst>
            </p:cNvPr>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9" name="Google Shape;1874;p52">
              <a:extLst>
                <a:ext uri="{FF2B5EF4-FFF2-40B4-BE49-F238E27FC236}">
                  <a16:creationId xmlns:a16="http://schemas.microsoft.com/office/drawing/2014/main" id="{2455D5CA-70F0-EA2D-3138-1162F4ADCF7F}"/>
                </a:ext>
              </a:extLst>
            </p:cNvPr>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0" name="Google Shape;1875;p52">
              <a:extLst>
                <a:ext uri="{FF2B5EF4-FFF2-40B4-BE49-F238E27FC236}">
                  <a16:creationId xmlns:a16="http://schemas.microsoft.com/office/drawing/2014/main" id="{D6CC1E27-184C-A15B-8445-6AC3E1E1771E}"/>
                </a:ext>
              </a:extLst>
            </p:cNvPr>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1" name="Google Shape;1876;p52">
              <a:extLst>
                <a:ext uri="{FF2B5EF4-FFF2-40B4-BE49-F238E27FC236}">
                  <a16:creationId xmlns:a16="http://schemas.microsoft.com/office/drawing/2014/main" id="{D72462DF-C036-5FAD-A185-F2037E2786A9}"/>
                </a:ext>
              </a:extLst>
            </p:cNvPr>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2" name="Google Shape;1877;p52">
              <a:extLst>
                <a:ext uri="{FF2B5EF4-FFF2-40B4-BE49-F238E27FC236}">
                  <a16:creationId xmlns:a16="http://schemas.microsoft.com/office/drawing/2014/main" id="{24B8C69F-F665-46EE-552F-D4C2165D1A5A}"/>
                </a:ext>
              </a:extLst>
            </p:cNvPr>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3" name="Google Shape;1878;p52">
              <a:extLst>
                <a:ext uri="{FF2B5EF4-FFF2-40B4-BE49-F238E27FC236}">
                  <a16:creationId xmlns:a16="http://schemas.microsoft.com/office/drawing/2014/main" id="{2984FF29-3C85-5AC0-F4A2-DFAA8205DFF1}"/>
                </a:ext>
              </a:extLst>
            </p:cNvPr>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4" name="Google Shape;1879;p52">
              <a:extLst>
                <a:ext uri="{FF2B5EF4-FFF2-40B4-BE49-F238E27FC236}">
                  <a16:creationId xmlns:a16="http://schemas.microsoft.com/office/drawing/2014/main" id="{7EDE597D-BDB7-C428-29C0-802FE6FA96E5}"/>
                </a:ext>
              </a:extLst>
            </p:cNvPr>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5" name="Google Shape;1880;p52">
              <a:extLst>
                <a:ext uri="{FF2B5EF4-FFF2-40B4-BE49-F238E27FC236}">
                  <a16:creationId xmlns:a16="http://schemas.microsoft.com/office/drawing/2014/main" id="{4C8FCF79-7781-F77E-6C70-60E7D19D48ED}"/>
                </a:ext>
              </a:extLst>
            </p:cNvPr>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6" name="Google Shape;1881;p52">
              <a:extLst>
                <a:ext uri="{FF2B5EF4-FFF2-40B4-BE49-F238E27FC236}">
                  <a16:creationId xmlns:a16="http://schemas.microsoft.com/office/drawing/2014/main" id="{D88EB63C-BFB1-6E4A-A11E-835F0C33FCC7}"/>
                </a:ext>
              </a:extLst>
            </p:cNvPr>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7" name="Google Shape;1882;p52">
              <a:extLst>
                <a:ext uri="{FF2B5EF4-FFF2-40B4-BE49-F238E27FC236}">
                  <a16:creationId xmlns:a16="http://schemas.microsoft.com/office/drawing/2014/main" id="{E588BEC2-366B-0A4C-1FC8-50018D11BB21}"/>
                </a:ext>
              </a:extLst>
            </p:cNvPr>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48" name="Google Shape;1883;p52">
              <a:extLst>
                <a:ext uri="{FF2B5EF4-FFF2-40B4-BE49-F238E27FC236}">
                  <a16:creationId xmlns:a16="http://schemas.microsoft.com/office/drawing/2014/main" id="{A1339C5D-789D-65B9-E3F3-DCA3E1B1840F}"/>
                </a:ext>
              </a:extLst>
            </p:cNvPr>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highlight>
                  <a:srgbClr val="FFFF00"/>
                </a:highlight>
              </a:endParaRPr>
            </a:p>
          </p:txBody>
        </p:sp>
        <p:sp>
          <p:nvSpPr>
            <p:cNvPr id="1249" name="Google Shape;1884;p52">
              <a:extLst>
                <a:ext uri="{FF2B5EF4-FFF2-40B4-BE49-F238E27FC236}">
                  <a16:creationId xmlns:a16="http://schemas.microsoft.com/office/drawing/2014/main" id="{A95D1A30-B1AD-A11B-E30A-45FE1F284E05}"/>
                </a:ext>
              </a:extLst>
            </p:cNvPr>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0" name="Google Shape;1885;p52">
              <a:extLst>
                <a:ext uri="{FF2B5EF4-FFF2-40B4-BE49-F238E27FC236}">
                  <a16:creationId xmlns:a16="http://schemas.microsoft.com/office/drawing/2014/main" id="{8FCC5648-C8BD-BE79-C911-C45E8921C3B3}"/>
                </a:ext>
              </a:extLst>
            </p:cNvPr>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1" name="Google Shape;1886;p52">
              <a:extLst>
                <a:ext uri="{FF2B5EF4-FFF2-40B4-BE49-F238E27FC236}">
                  <a16:creationId xmlns:a16="http://schemas.microsoft.com/office/drawing/2014/main" id="{F3F20591-39D3-494E-0B13-6AE17D261C1F}"/>
                </a:ext>
              </a:extLst>
            </p:cNvPr>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2" name="Google Shape;1887;p52">
              <a:extLst>
                <a:ext uri="{FF2B5EF4-FFF2-40B4-BE49-F238E27FC236}">
                  <a16:creationId xmlns:a16="http://schemas.microsoft.com/office/drawing/2014/main" id="{867CAB0C-5C73-86E4-8C8C-332BBEA1A60A}"/>
                </a:ext>
              </a:extLst>
            </p:cNvPr>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3" name="Google Shape;1888;p52">
              <a:extLst>
                <a:ext uri="{FF2B5EF4-FFF2-40B4-BE49-F238E27FC236}">
                  <a16:creationId xmlns:a16="http://schemas.microsoft.com/office/drawing/2014/main" id="{063973F6-ED9F-091A-7BA9-50B0740A52E3}"/>
                </a:ext>
              </a:extLst>
            </p:cNvPr>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4" name="Google Shape;1889;p52">
              <a:extLst>
                <a:ext uri="{FF2B5EF4-FFF2-40B4-BE49-F238E27FC236}">
                  <a16:creationId xmlns:a16="http://schemas.microsoft.com/office/drawing/2014/main" id="{001E2DF4-E6D0-4DA5-47E4-2A9786CDA41C}"/>
                </a:ext>
              </a:extLst>
            </p:cNvPr>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5" name="Google Shape;1890;p52">
              <a:extLst>
                <a:ext uri="{FF2B5EF4-FFF2-40B4-BE49-F238E27FC236}">
                  <a16:creationId xmlns:a16="http://schemas.microsoft.com/office/drawing/2014/main" id="{CBB62684-DE05-9D36-349F-20412B1C602F}"/>
                </a:ext>
              </a:extLst>
            </p:cNvPr>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6" name="Google Shape;1891;p52">
              <a:extLst>
                <a:ext uri="{FF2B5EF4-FFF2-40B4-BE49-F238E27FC236}">
                  <a16:creationId xmlns:a16="http://schemas.microsoft.com/office/drawing/2014/main" id="{F94E1EA2-B2A2-2EB6-AFFD-30DC319A27D0}"/>
                </a:ext>
              </a:extLst>
            </p:cNvPr>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7" name="Google Shape;1892;p52">
              <a:extLst>
                <a:ext uri="{FF2B5EF4-FFF2-40B4-BE49-F238E27FC236}">
                  <a16:creationId xmlns:a16="http://schemas.microsoft.com/office/drawing/2014/main" id="{21ED0A24-0494-F751-F609-9826B9BB520A}"/>
                </a:ext>
              </a:extLst>
            </p:cNvPr>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8" name="Google Shape;1893;p52">
              <a:extLst>
                <a:ext uri="{FF2B5EF4-FFF2-40B4-BE49-F238E27FC236}">
                  <a16:creationId xmlns:a16="http://schemas.microsoft.com/office/drawing/2014/main" id="{6E35F3F3-B8E3-7060-9259-0E7F220A3EBE}"/>
                </a:ext>
              </a:extLst>
            </p:cNvPr>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59" name="Google Shape;1894;p52">
              <a:extLst>
                <a:ext uri="{FF2B5EF4-FFF2-40B4-BE49-F238E27FC236}">
                  <a16:creationId xmlns:a16="http://schemas.microsoft.com/office/drawing/2014/main" id="{61C0AE1F-A4AA-21A9-08C0-EA2C47F2B1B6}"/>
                </a:ext>
              </a:extLst>
            </p:cNvPr>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0" name="Google Shape;1895;p52">
              <a:extLst>
                <a:ext uri="{FF2B5EF4-FFF2-40B4-BE49-F238E27FC236}">
                  <a16:creationId xmlns:a16="http://schemas.microsoft.com/office/drawing/2014/main" id="{4F9732A5-D484-DB84-1BFF-AF4E4AEA1E1F}"/>
                </a:ext>
              </a:extLst>
            </p:cNvPr>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1" name="Google Shape;1896;p52">
              <a:extLst>
                <a:ext uri="{FF2B5EF4-FFF2-40B4-BE49-F238E27FC236}">
                  <a16:creationId xmlns:a16="http://schemas.microsoft.com/office/drawing/2014/main" id="{96BE4718-95C7-264B-4AA4-4497680C6CC3}"/>
                </a:ext>
              </a:extLst>
            </p:cNvPr>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2" name="Google Shape;1897;p52">
              <a:extLst>
                <a:ext uri="{FF2B5EF4-FFF2-40B4-BE49-F238E27FC236}">
                  <a16:creationId xmlns:a16="http://schemas.microsoft.com/office/drawing/2014/main" id="{170E2B58-F776-E36A-5EE4-4F5075132C01}"/>
                </a:ext>
              </a:extLst>
            </p:cNvPr>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3" name="Google Shape;1898;p52">
              <a:extLst>
                <a:ext uri="{FF2B5EF4-FFF2-40B4-BE49-F238E27FC236}">
                  <a16:creationId xmlns:a16="http://schemas.microsoft.com/office/drawing/2014/main" id="{C9D1EC53-4236-5FDA-560B-DEC28C5ECA1A}"/>
                </a:ext>
              </a:extLst>
            </p:cNvPr>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4" name="Google Shape;1899;p52">
              <a:extLst>
                <a:ext uri="{FF2B5EF4-FFF2-40B4-BE49-F238E27FC236}">
                  <a16:creationId xmlns:a16="http://schemas.microsoft.com/office/drawing/2014/main" id="{DF9FA955-F9EC-97D6-31A4-A1BA169359F0}"/>
                </a:ext>
              </a:extLst>
            </p:cNvPr>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5" name="Google Shape;1900;p52">
              <a:extLst>
                <a:ext uri="{FF2B5EF4-FFF2-40B4-BE49-F238E27FC236}">
                  <a16:creationId xmlns:a16="http://schemas.microsoft.com/office/drawing/2014/main" id="{C3A2DFC4-577A-B609-5608-7F27BEC28759}"/>
                </a:ext>
              </a:extLst>
            </p:cNvPr>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6" name="Google Shape;1901;p52">
              <a:extLst>
                <a:ext uri="{FF2B5EF4-FFF2-40B4-BE49-F238E27FC236}">
                  <a16:creationId xmlns:a16="http://schemas.microsoft.com/office/drawing/2014/main" id="{2DBB4460-104E-E2FA-9449-D1651BCCC94C}"/>
                </a:ext>
              </a:extLst>
            </p:cNvPr>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7" name="Google Shape;1902;p52">
              <a:extLst>
                <a:ext uri="{FF2B5EF4-FFF2-40B4-BE49-F238E27FC236}">
                  <a16:creationId xmlns:a16="http://schemas.microsoft.com/office/drawing/2014/main" id="{D1D7305D-5DEA-7497-9F73-F4EBA66CC701}"/>
                </a:ext>
              </a:extLst>
            </p:cNvPr>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8" name="Google Shape;1903;p52">
              <a:extLst>
                <a:ext uri="{FF2B5EF4-FFF2-40B4-BE49-F238E27FC236}">
                  <a16:creationId xmlns:a16="http://schemas.microsoft.com/office/drawing/2014/main" id="{2BD84D7A-18A6-BA22-36A6-B8D9E663EEB4}"/>
                </a:ext>
              </a:extLst>
            </p:cNvPr>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69" name="Google Shape;1904;p52">
              <a:extLst>
                <a:ext uri="{FF2B5EF4-FFF2-40B4-BE49-F238E27FC236}">
                  <a16:creationId xmlns:a16="http://schemas.microsoft.com/office/drawing/2014/main" id="{D5B5590F-73B0-EF5A-41A6-2FF33DBABA66}"/>
                </a:ext>
              </a:extLst>
            </p:cNvPr>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0" name="Google Shape;1905;p52">
              <a:extLst>
                <a:ext uri="{FF2B5EF4-FFF2-40B4-BE49-F238E27FC236}">
                  <a16:creationId xmlns:a16="http://schemas.microsoft.com/office/drawing/2014/main" id="{D8162B3E-DE9A-CBE3-4536-C890C724B93D}"/>
                </a:ext>
              </a:extLst>
            </p:cNvPr>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1" name="Google Shape;1906;p52">
              <a:extLst>
                <a:ext uri="{FF2B5EF4-FFF2-40B4-BE49-F238E27FC236}">
                  <a16:creationId xmlns:a16="http://schemas.microsoft.com/office/drawing/2014/main" id="{874660A0-C9BD-FD69-64A6-52123F34EDC1}"/>
                </a:ext>
              </a:extLst>
            </p:cNvPr>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2" name="Google Shape;1907;p52">
              <a:extLst>
                <a:ext uri="{FF2B5EF4-FFF2-40B4-BE49-F238E27FC236}">
                  <a16:creationId xmlns:a16="http://schemas.microsoft.com/office/drawing/2014/main" id="{AAA7305A-B7F8-E87B-65DE-A0C9E247C9C7}"/>
                </a:ext>
              </a:extLst>
            </p:cNvPr>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3" name="Google Shape;1908;p52">
              <a:extLst>
                <a:ext uri="{FF2B5EF4-FFF2-40B4-BE49-F238E27FC236}">
                  <a16:creationId xmlns:a16="http://schemas.microsoft.com/office/drawing/2014/main" id="{C5EFB532-2A1A-0C7E-74D6-18E1BF2D3F57}"/>
                </a:ext>
              </a:extLst>
            </p:cNvPr>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4" name="Google Shape;1909;p52">
              <a:extLst>
                <a:ext uri="{FF2B5EF4-FFF2-40B4-BE49-F238E27FC236}">
                  <a16:creationId xmlns:a16="http://schemas.microsoft.com/office/drawing/2014/main" id="{12AB5352-4B92-4103-1AC7-3B75E0163925}"/>
                </a:ext>
              </a:extLst>
            </p:cNvPr>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5" name="Google Shape;1910;p52">
              <a:extLst>
                <a:ext uri="{FF2B5EF4-FFF2-40B4-BE49-F238E27FC236}">
                  <a16:creationId xmlns:a16="http://schemas.microsoft.com/office/drawing/2014/main" id="{C12F7DED-1444-301E-649D-C1C82DE14055}"/>
                </a:ext>
              </a:extLst>
            </p:cNvPr>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6" name="Google Shape;1911;p52">
              <a:extLst>
                <a:ext uri="{FF2B5EF4-FFF2-40B4-BE49-F238E27FC236}">
                  <a16:creationId xmlns:a16="http://schemas.microsoft.com/office/drawing/2014/main" id="{60574DC5-5950-46A4-498B-19DC148D47E0}"/>
                </a:ext>
              </a:extLst>
            </p:cNvPr>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7" name="Google Shape;1912;p52">
              <a:extLst>
                <a:ext uri="{FF2B5EF4-FFF2-40B4-BE49-F238E27FC236}">
                  <a16:creationId xmlns:a16="http://schemas.microsoft.com/office/drawing/2014/main" id="{B7B0AF72-E77D-BC8E-325B-0964CC9980DE}"/>
                </a:ext>
              </a:extLst>
            </p:cNvPr>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8" name="Google Shape;1913;p52">
              <a:extLst>
                <a:ext uri="{FF2B5EF4-FFF2-40B4-BE49-F238E27FC236}">
                  <a16:creationId xmlns:a16="http://schemas.microsoft.com/office/drawing/2014/main" id="{2D7F4079-4D48-F887-DD9F-FD5DA66AB443}"/>
                </a:ext>
              </a:extLst>
            </p:cNvPr>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79" name="Google Shape;1914;p52">
              <a:extLst>
                <a:ext uri="{FF2B5EF4-FFF2-40B4-BE49-F238E27FC236}">
                  <a16:creationId xmlns:a16="http://schemas.microsoft.com/office/drawing/2014/main" id="{06E6D2B3-2FE3-57DB-3BAE-BFBE470F97AF}"/>
                </a:ext>
              </a:extLst>
            </p:cNvPr>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0" name="Google Shape;1915;p52">
              <a:extLst>
                <a:ext uri="{FF2B5EF4-FFF2-40B4-BE49-F238E27FC236}">
                  <a16:creationId xmlns:a16="http://schemas.microsoft.com/office/drawing/2014/main" id="{089B1217-CE8C-4795-D680-C8C14477BF4F}"/>
                </a:ext>
              </a:extLst>
            </p:cNvPr>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1" name="Google Shape;1916;p52">
              <a:extLst>
                <a:ext uri="{FF2B5EF4-FFF2-40B4-BE49-F238E27FC236}">
                  <a16:creationId xmlns:a16="http://schemas.microsoft.com/office/drawing/2014/main" id="{0D02EF3A-8A26-C1CB-13FE-F575B884ECFF}"/>
                </a:ext>
              </a:extLst>
            </p:cNvPr>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2" name="Google Shape;1917;p52">
              <a:extLst>
                <a:ext uri="{FF2B5EF4-FFF2-40B4-BE49-F238E27FC236}">
                  <a16:creationId xmlns:a16="http://schemas.microsoft.com/office/drawing/2014/main" id="{1AEDD0DF-C3EF-1FB7-ACA8-D3660FBC1D5B}"/>
                </a:ext>
              </a:extLst>
            </p:cNvPr>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3" name="Google Shape;1918;p52">
              <a:extLst>
                <a:ext uri="{FF2B5EF4-FFF2-40B4-BE49-F238E27FC236}">
                  <a16:creationId xmlns:a16="http://schemas.microsoft.com/office/drawing/2014/main" id="{9E83EB5B-3055-B847-41AE-1A16D7068814}"/>
                </a:ext>
              </a:extLst>
            </p:cNvPr>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4" name="Google Shape;1919;p52">
              <a:extLst>
                <a:ext uri="{FF2B5EF4-FFF2-40B4-BE49-F238E27FC236}">
                  <a16:creationId xmlns:a16="http://schemas.microsoft.com/office/drawing/2014/main" id="{DF40E73F-2A34-6794-470B-7F70C9B0DDE7}"/>
                </a:ext>
              </a:extLst>
            </p:cNvPr>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5" name="Google Shape;1920;p52">
              <a:extLst>
                <a:ext uri="{FF2B5EF4-FFF2-40B4-BE49-F238E27FC236}">
                  <a16:creationId xmlns:a16="http://schemas.microsoft.com/office/drawing/2014/main" id="{C5B10A42-4F76-F042-65D7-865996DE1AC0}"/>
                </a:ext>
              </a:extLst>
            </p:cNvPr>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6" name="Google Shape;1921;p52">
              <a:extLst>
                <a:ext uri="{FF2B5EF4-FFF2-40B4-BE49-F238E27FC236}">
                  <a16:creationId xmlns:a16="http://schemas.microsoft.com/office/drawing/2014/main" id="{0D9FA9FD-156E-7CAC-1800-FCA7AFEC155E}"/>
                </a:ext>
              </a:extLst>
            </p:cNvPr>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7" name="Google Shape;1922;p52">
              <a:extLst>
                <a:ext uri="{FF2B5EF4-FFF2-40B4-BE49-F238E27FC236}">
                  <a16:creationId xmlns:a16="http://schemas.microsoft.com/office/drawing/2014/main" id="{2D3D0233-D017-D73C-F3F3-A3AE524505DD}"/>
                </a:ext>
              </a:extLst>
            </p:cNvPr>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8" name="Google Shape;1923;p52">
              <a:extLst>
                <a:ext uri="{FF2B5EF4-FFF2-40B4-BE49-F238E27FC236}">
                  <a16:creationId xmlns:a16="http://schemas.microsoft.com/office/drawing/2014/main" id="{2B957C7E-9F56-9690-4F8E-A30A71A33F90}"/>
                </a:ext>
              </a:extLst>
            </p:cNvPr>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89" name="Google Shape;1924;p52">
              <a:extLst>
                <a:ext uri="{FF2B5EF4-FFF2-40B4-BE49-F238E27FC236}">
                  <a16:creationId xmlns:a16="http://schemas.microsoft.com/office/drawing/2014/main" id="{1B52D3A8-6057-52AA-0153-011DCEF7C36B}"/>
                </a:ext>
              </a:extLst>
            </p:cNvPr>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0" name="Google Shape;1925;p52">
              <a:extLst>
                <a:ext uri="{FF2B5EF4-FFF2-40B4-BE49-F238E27FC236}">
                  <a16:creationId xmlns:a16="http://schemas.microsoft.com/office/drawing/2014/main" id="{B105E26F-5D91-7A2E-C84E-D42A71996D06}"/>
                </a:ext>
              </a:extLst>
            </p:cNvPr>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1" name="Google Shape;1926;p52">
              <a:extLst>
                <a:ext uri="{FF2B5EF4-FFF2-40B4-BE49-F238E27FC236}">
                  <a16:creationId xmlns:a16="http://schemas.microsoft.com/office/drawing/2014/main" id="{301601ED-0837-7A06-C9A4-AFE71EEAB4F6}"/>
                </a:ext>
              </a:extLst>
            </p:cNvPr>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2" name="Google Shape;1927;p52">
              <a:extLst>
                <a:ext uri="{FF2B5EF4-FFF2-40B4-BE49-F238E27FC236}">
                  <a16:creationId xmlns:a16="http://schemas.microsoft.com/office/drawing/2014/main" id="{FCC19B1D-1065-0076-F98F-754322378709}"/>
                </a:ext>
              </a:extLst>
            </p:cNvPr>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3" name="Google Shape;1928;p52">
              <a:extLst>
                <a:ext uri="{FF2B5EF4-FFF2-40B4-BE49-F238E27FC236}">
                  <a16:creationId xmlns:a16="http://schemas.microsoft.com/office/drawing/2014/main" id="{D20615C6-BBA1-3360-C877-1BB7C409F141}"/>
                </a:ext>
              </a:extLst>
            </p:cNvPr>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4" name="Google Shape;1929;p52">
              <a:extLst>
                <a:ext uri="{FF2B5EF4-FFF2-40B4-BE49-F238E27FC236}">
                  <a16:creationId xmlns:a16="http://schemas.microsoft.com/office/drawing/2014/main" id="{0F5AE544-73A5-33AA-C8C4-51B3803E3C1E}"/>
                </a:ext>
              </a:extLst>
            </p:cNvPr>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5" name="Google Shape;1930;p52">
              <a:extLst>
                <a:ext uri="{FF2B5EF4-FFF2-40B4-BE49-F238E27FC236}">
                  <a16:creationId xmlns:a16="http://schemas.microsoft.com/office/drawing/2014/main" id="{F8063395-CEF2-F4E3-D475-03EDB6145573}"/>
                </a:ext>
              </a:extLst>
            </p:cNvPr>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6" name="Google Shape;1931;p52">
              <a:extLst>
                <a:ext uri="{FF2B5EF4-FFF2-40B4-BE49-F238E27FC236}">
                  <a16:creationId xmlns:a16="http://schemas.microsoft.com/office/drawing/2014/main" id="{75C427FA-AE41-A742-F153-FFAD0ED533CB}"/>
                </a:ext>
              </a:extLst>
            </p:cNvPr>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7" name="Google Shape;1932;p52">
              <a:extLst>
                <a:ext uri="{FF2B5EF4-FFF2-40B4-BE49-F238E27FC236}">
                  <a16:creationId xmlns:a16="http://schemas.microsoft.com/office/drawing/2014/main" id="{8414763F-9D38-1D31-A804-032BFDAAADE6}"/>
                </a:ext>
              </a:extLst>
            </p:cNvPr>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8" name="Google Shape;1933;p52">
              <a:extLst>
                <a:ext uri="{FF2B5EF4-FFF2-40B4-BE49-F238E27FC236}">
                  <a16:creationId xmlns:a16="http://schemas.microsoft.com/office/drawing/2014/main" id="{FDF9B483-DBD5-2962-7199-A720CD14A631}"/>
                </a:ext>
              </a:extLst>
            </p:cNvPr>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99" name="Google Shape;1934;p52">
              <a:extLst>
                <a:ext uri="{FF2B5EF4-FFF2-40B4-BE49-F238E27FC236}">
                  <a16:creationId xmlns:a16="http://schemas.microsoft.com/office/drawing/2014/main" id="{A7098A72-C930-9BFB-F986-CC8D2C738F93}"/>
                </a:ext>
              </a:extLst>
            </p:cNvPr>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0" name="Google Shape;1935;p52">
              <a:extLst>
                <a:ext uri="{FF2B5EF4-FFF2-40B4-BE49-F238E27FC236}">
                  <a16:creationId xmlns:a16="http://schemas.microsoft.com/office/drawing/2014/main" id="{192A84E9-F201-48E3-61D9-E7E2F2AA0403}"/>
                </a:ext>
              </a:extLst>
            </p:cNvPr>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1" name="Google Shape;1936;p52">
              <a:extLst>
                <a:ext uri="{FF2B5EF4-FFF2-40B4-BE49-F238E27FC236}">
                  <a16:creationId xmlns:a16="http://schemas.microsoft.com/office/drawing/2014/main" id="{CD77041F-7798-488B-1D6A-2095E66462F3}"/>
                </a:ext>
              </a:extLst>
            </p:cNvPr>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2" name="Google Shape;1937;p52">
              <a:extLst>
                <a:ext uri="{FF2B5EF4-FFF2-40B4-BE49-F238E27FC236}">
                  <a16:creationId xmlns:a16="http://schemas.microsoft.com/office/drawing/2014/main" id="{D154F803-8D6F-69ED-21C9-F0B0E0D98FF4}"/>
                </a:ext>
              </a:extLst>
            </p:cNvPr>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3" name="Google Shape;1938;p52">
              <a:extLst>
                <a:ext uri="{FF2B5EF4-FFF2-40B4-BE49-F238E27FC236}">
                  <a16:creationId xmlns:a16="http://schemas.microsoft.com/office/drawing/2014/main" id="{A37000C2-3A86-A45F-A472-D5AF85D8BD6E}"/>
                </a:ext>
              </a:extLst>
            </p:cNvPr>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4" name="Google Shape;1939;p52">
              <a:extLst>
                <a:ext uri="{FF2B5EF4-FFF2-40B4-BE49-F238E27FC236}">
                  <a16:creationId xmlns:a16="http://schemas.microsoft.com/office/drawing/2014/main" id="{6118C11B-7B39-4497-472B-92AFC1228FD7}"/>
                </a:ext>
              </a:extLst>
            </p:cNvPr>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5" name="Google Shape;1940;p52">
              <a:extLst>
                <a:ext uri="{FF2B5EF4-FFF2-40B4-BE49-F238E27FC236}">
                  <a16:creationId xmlns:a16="http://schemas.microsoft.com/office/drawing/2014/main" id="{0A37AC20-6BC8-2623-CF73-1CDF77498657}"/>
                </a:ext>
              </a:extLst>
            </p:cNvPr>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6" name="Google Shape;1941;p52">
              <a:extLst>
                <a:ext uri="{FF2B5EF4-FFF2-40B4-BE49-F238E27FC236}">
                  <a16:creationId xmlns:a16="http://schemas.microsoft.com/office/drawing/2014/main" id="{B46B9D2C-C581-1EAB-7FF2-0BA346D27801}"/>
                </a:ext>
              </a:extLst>
            </p:cNvPr>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7" name="Google Shape;1942;p52">
              <a:extLst>
                <a:ext uri="{FF2B5EF4-FFF2-40B4-BE49-F238E27FC236}">
                  <a16:creationId xmlns:a16="http://schemas.microsoft.com/office/drawing/2014/main" id="{360123D1-8770-F0C1-D87D-6BB213083660}"/>
                </a:ext>
              </a:extLst>
            </p:cNvPr>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8" name="Google Shape;1943;p52">
              <a:extLst>
                <a:ext uri="{FF2B5EF4-FFF2-40B4-BE49-F238E27FC236}">
                  <a16:creationId xmlns:a16="http://schemas.microsoft.com/office/drawing/2014/main" id="{F438BB86-960A-13D9-4627-5D7CF358072B}"/>
                </a:ext>
              </a:extLst>
            </p:cNvPr>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09" name="Google Shape;1944;p52">
              <a:extLst>
                <a:ext uri="{FF2B5EF4-FFF2-40B4-BE49-F238E27FC236}">
                  <a16:creationId xmlns:a16="http://schemas.microsoft.com/office/drawing/2014/main" id="{1BB95D89-760E-2363-E145-B67DD31468A7}"/>
                </a:ext>
              </a:extLst>
            </p:cNvPr>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0" name="Google Shape;1945;p52">
              <a:extLst>
                <a:ext uri="{FF2B5EF4-FFF2-40B4-BE49-F238E27FC236}">
                  <a16:creationId xmlns:a16="http://schemas.microsoft.com/office/drawing/2014/main" id="{E0E77F02-83A2-44F1-9F80-A4318F8E0770}"/>
                </a:ext>
              </a:extLst>
            </p:cNvPr>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1" name="Google Shape;1946;p52">
              <a:extLst>
                <a:ext uri="{FF2B5EF4-FFF2-40B4-BE49-F238E27FC236}">
                  <a16:creationId xmlns:a16="http://schemas.microsoft.com/office/drawing/2014/main" id="{32A8E820-5304-4858-622D-2AC1E4DB5207}"/>
                </a:ext>
              </a:extLst>
            </p:cNvPr>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2" name="Google Shape;1947;p52">
              <a:extLst>
                <a:ext uri="{FF2B5EF4-FFF2-40B4-BE49-F238E27FC236}">
                  <a16:creationId xmlns:a16="http://schemas.microsoft.com/office/drawing/2014/main" id="{7801C860-D832-2030-28BB-CDE13E7DAA6E}"/>
                </a:ext>
              </a:extLst>
            </p:cNvPr>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3" name="Google Shape;1948;p52">
              <a:extLst>
                <a:ext uri="{FF2B5EF4-FFF2-40B4-BE49-F238E27FC236}">
                  <a16:creationId xmlns:a16="http://schemas.microsoft.com/office/drawing/2014/main" id="{1F6FE14F-039D-D271-088F-1E0A73B8EE45}"/>
                </a:ext>
              </a:extLst>
            </p:cNvPr>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1314" name="Google Shape;1870;p52">
            <a:extLst>
              <a:ext uri="{FF2B5EF4-FFF2-40B4-BE49-F238E27FC236}">
                <a16:creationId xmlns:a16="http://schemas.microsoft.com/office/drawing/2014/main" id="{056A9927-B9A3-7F80-7165-595D459570E9}"/>
              </a:ext>
            </a:extLst>
          </p:cNvPr>
          <p:cNvGrpSpPr/>
          <p:nvPr/>
        </p:nvGrpSpPr>
        <p:grpSpPr>
          <a:xfrm>
            <a:off x="2660826" y="2952569"/>
            <a:ext cx="646414" cy="320969"/>
            <a:chOff x="4943575" y="2516350"/>
            <a:chExt cx="98675" cy="81700"/>
          </a:xfrm>
        </p:grpSpPr>
        <p:sp>
          <p:nvSpPr>
            <p:cNvPr id="1315" name="Google Shape;1871;p52">
              <a:extLst>
                <a:ext uri="{FF2B5EF4-FFF2-40B4-BE49-F238E27FC236}">
                  <a16:creationId xmlns:a16="http://schemas.microsoft.com/office/drawing/2014/main" id="{5F1FC809-CB4E-FC6D-08CE-D31C46B3AFAD}"/>
                </a:ext>
              </a:extLst>
            </p:cNvPr>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6" name="Google Shape;1872;p52">
              <a:extLst>
                <a:ext uri="{FF2B5EF4-FFF2-40B4-BE49-F238E27FC236}">
                  <a16:creationId xmlns:a16="http://schemas.microsoft.com/office/drawing/2014/main" id="{12D5BF70-0508-386A-4529-7E63683D8BF3}"/>
                </a:ext>
              </a:extLst>
            </p:cNvPr>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7" name="Google Shape;1873;p52">
              <a:extLst>
                <a:ext uri="{FF2B5EF4-FFF2-40B4-BE49-F238E27FC236}">
                  <a16:creationId xmlns:a16="http://schemas.microsoft.com/office/drawing/2014/main" id="{1A6A49B1-282F-B682-F696-76D013651913}"/>
                </a:ext>
              </a:extLst>
            </p:cNvPr>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8" name="Google Shape;1874;p52">
              <a:extLst>
                <a:ext uri="{FF2B5EF4-FFF2-40B4-BE49-F238E27FC236}">
                  <a16:creationId xmlns:a16="http://schemas.microsoft.com/office/drawing/2014/main" id="{8391A3D6-2A0B-924B-C4B6-29945E9CE7B6}"/>
                </a:ext>
              </a:extLst>
            </p:cNvPr>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19" name="Google Shape;1875;p52">
              <a:extLst>
                <a:ext uri="{FF2B5EF4-FFF2-40B4-BE49-F238E27FC236}">
                  <a16:creationId xmlns:a16="http://schemas.microsoft.com/office/drawing/2014/main" id="{4CA228BB-F56F-70E2-A7B7-F36A931BA39B}"/>
                </a:ext>
              </a:extLst>
            </p:cNvPr>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0" name="Google Shape;1876;p52">
              <a:extLst>
                <a:ext uri="{FF2B5EF4-FFF2-40B4-BE49-F238E27FC236}">
                  <a16:creationId xmlns:a16="http://schemas.microsoft.com/office/drawing/2014/main" id="{E973F1E8-43C5-E253-A7F7-9AABD87D625E}"/>
                </a:ext>
              </a:extLst>
            </p:cNvPr>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1" name="Google Shape;1877;p52">
              <a:extLst>
                <a:ext uri="{FF2B5EF4-FFF2-40B4-BE49-F238E27FC236}">
                  <a16:creationId xmlns:a16="http://schemas.microsoft.com/office/drawing/2014/main" id="{033182BA-E3BD-4F52-D5C9-3DF0FDE9D260}"/>
                </a:ext>
              </a:extLst>
            </p:cNvPr>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2" name="Google Shape;1878;p52">
              <a:extLst>
                <a:ext uri="{FF2B5EF4-FFF2-40B4-BE49-F238E27FC236}">
                  <a16:creationId xmlns:a16="http://schemas.microsoft.com/office/drawing/2014/main" id="{40CE4342-5408-0E97-7C52-4582ADED4E15}"/>
                </a:ext>
              </a:extLst>
            </p:cNvPr>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3" name="Google Shape;1879;p52">
              <a:extLst>
                <a:ext uri="{FF2B5EF4-FFF2-40B4-BE49-F238E27FC236}">
                  <a16:creationId xmlns:a16="http://schemas.microsoft.com/office/drawing/2014/main" id="{B7F8DC19-CF51-991E-163E-C47748563BAB}"/>
                </a:ext>
              </a:extLst>
            </p:cNvPr>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4" name="Google Shape;1880;p52">
              <a:extLst>
                <a:ext uri="{FF2B5EF4-FFF2-40B4-BE49-F238E27FC236}">
                  <a16:creationId xmlns:a16="http://schemas.microsoft.com/office/drawing/2014/main" id="{2B040ACA-F6C5-DB91-8098-6769B2DA03AE}"/>
                </a:ext>
              </a:extLst>
            </p:cNvPr>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5" name="Google Shape;1881;p52">
              <a:extLst>
                <a:ext uri="{FF2B5EF4-FFF2-40B4-BE49-F238E27FC236}">
                  <a16:creationId xmlns:a16="http://schemas.microsoft.com/office/drawing/2014/main" id="{F80E13B1-C954-7A19-E286-2708714706AF}"/>
                </a:ext>
              </a:extLst>
            </p:cNvPr>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6" name="Google Shape;1882;p52">
              <a:extLst>
                <a:ext uri="{FF2B5EF4-FFF2-40B4-BE49-F238E27FC236}">
                  <a16:creationId xmlns:a16="http://schemas.microsoft.com/office/drawing/2014/main" id="{6A065B54-A735-F82E-F474-63FEF4FB30CA}"/>
                </a:ext>
              </a:extLst>
            </p:cNvPr>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7" name="Google Shape;1883;p52">
              <a:extLst>
                <a:ext uri="{FF2B5EF4-FFF2-40B4-BE49-F238E27FC236}">
                  <a16:creationId xmlns:a16="http://schemas.microsoft.com/office/drawing/2014/main" id="{D2E266C1-7CE6-EACF-7FBB-33EEB45F2B36}"/>
                </a:ext>
              </a:extLst>
            </p:cNvPr>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highlight>
                  <a:srgbClr val="FFFF00"/>
                </a:highlight>
              </a:endParaRPr>
            </a:p>
          </p:txBody>
        </p:sp>
        <p:sp>
          <p:nvSpPr>
            <p:cNvPr id="1328" name="Google Shape;1884;p52">
              <a:extLst>
                <a:ext uri="{FF2B5EF4-FFF2-40B4-BE49-F238E27FC236}">
                  <a16:creationId xmlns:a16="http://schemas.microsoft.com/office/drawing/2014/main" id="{263C5C54-6461-6B4C-3A23-C7DEB6FC41E2}"/>
                </a:ext>
              </a:extLst>
            </p:cNvPr>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29" name="Google Shape;1885;p52">
              <a:extLst>
                <a:ext uri="{FF2B5EF4-FFF2-40B4-BE49-F238E27FC236}">
                  <a16:creationId xmlns:a16="http://schemas.microsoft.com/office/drawing/2014/main" id="{F37C1868-47A9-A3E5-11F8-A33ABD41694E}"/>
                </a:ext>
              </a:extLst>
            </p:cNvPr>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0" name="Google Shape;1886;p52">
              <a:extLst>
                <a:ext uri="{FF2B5EF4-FFF2-40B4-BE49-F238E27FC236}">
                  <a16:creationId xmlns:a16="http://schemas.microsoft.com/office/drawing/2014/main" id="{9D20CF18-29BA-F606-A386-C5CE189A3D82}"/>
                </a:ext>
              </a:extLst>
            </p:cNvPr>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1" name="Google Shape;1887;p52">
              <a:extLst>
                <a:ext uri="{FF2B5EF4-FFF2-40B4-BE49-F238E27FC236}">
                  <a16:creationId xmlns:a16="http://schemas.microsoft.com/office/drawing/2014/main" id="{CAA9B223-3523-86A3-9A50-F8A5489C3CD3}"/>
                </a:ext>
              </a:extLst>
            </p:cNvPr>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2" name="Google Shape;1888;p52">
              <a:extLst>
                <a:ext uri="{FF2B5EF4-FFF2-40B4-BE49-F238E27FC236}">
                  <a16:creationId xmlns:a16="http://schemas.microsoft.com/office/drawing/2014/main" id="{82693BF9-6557-5088-CA1A-25DACDD93220}"/>
                </a:ext>
              </a:extLst>
            </p:cNvPr>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3" name="Google Shape;1889;p52">
              <a:extLst>
                <a:ext uri="{FF2B5EF4-FFF2-40B4-BE49-F238E27FC236}">
                  <a16:creationId xmlns:a16="http://schemas.microsoft.com/office/drawing/2014/main" id="{36C934D5-AACE-8C83-334C-279BF78B4EEE}"/>
                </a:ext>
              </a:extLst>
            </p:cNvPr>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4" name="Google Shape;1890;p52">
              <a:extLst>
                <a:ext uri="{FF2B5EF4-FFF2-40B4-BE49-F238E27FC236}">
                  <a16:creationId xmlns:a16="http://schemas.microsoft.com/office/drawing/2014/main" id="{38253E4A-6946-C85D-190B-EB0842246D7E}"/>
                </a:ext>
              </a:extLst>
            </p:cNvPr>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5" name="Google Shape;1891;p52">
              <a:extLst>
                <a:ext uri="{FF2B5EF4-FFF2-40B4-BE49-F238E27FC236}">
                  <a16:creationId xmlns:a16="http://schemas.microsoft.com/office/drawing/2014/main" id="{D4FC9259-F564-BAD7-37EB-C542FB0FA0AD}"/>
                </a:ext>
              </a:extLst>
            </p:cNvPr>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6" name="Google Shape;1892;p52">
              <a:extLst>
                <a:ext uri="{FF2B5EF4-FFF2-40B4-BE49-F238E27FC236}">
                  <a16:creationId xmlns:a16="http://schemas.microsoft.com/office/drawing/2014/main" id="{9BA82B66-16FA-B34D-1549-EFC5535A786E}"/>
                </a:ext>
              </a:extLst>
            </p:cNvPr>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7" name="Google Shape;1893;p52">
              <a:extLst>
                <a:ext uri="{FF2B5EF4-FFF2-40B4-BE49-F238E27FC236}">
                  <a16:creationId xmlns:a16="http://schemas.microsoft.com/office/drawing/2014/main" id="{CBD1CBF0-25BB-2419-D6B0-630E669CD4A2}"/>
                </a:ext>
              </a:extLst>
            </p:cNvPr>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8" name="Google Shape;1894;p52">
              <a:extLst>
                <a:ext uri="{FF2B5EF4-FFF2-40B4-BE49-F238E27FC236}">
                  <a16:creationId xmlns:a16="http://schemas.microsoft.com/office/drawing/2014/main" id="{D35C3DD6-0B8F-E096-FFB7-1783247177FF}"/>
                </a:ext>
              </a:extLst>
            </p:cNvPr>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39" name="Google Shape;1895;p52">
              <a:extLst>
                <a:ext uri="{FF2B5EF4-FFF2-40B4-BE49-F238E27FC236}">
                  <a16:creationId xmlns:a16="http://schemas.microsoft.com/office/drawing/2014/main" id="{0153CFC7-B5EB-1095-3B2E-4C9932B6A686}"/>
                </a:ext>
              </a:extLst>
            </p:cNvPr>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0" name="Google Shape;1896;p52">
              <a:extLst>
                <a:ext uri="{FF2B5EF4-FFF2-40B4-BE49-F238E27FC236}">
                  <a16:creationId xmlns:a16="http://schemas.microsoft.com/office/drawing/2014/main" id="{D5D1D427-3325-E22F-4BB2-510744588EBA}"/>
                </a:ext>
              </a:extLst>
            </p:cNvPr>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1" name="Google Shape;1897;p52">
              <a:extLst>
                <a:ext uri="{FF2B5EF4-FFF2-40B4-BE49-F238E27FC236}">
                  <a16:creationId xmlns:a16="http://schemas.microsoft.com/office/drawing/2014/main" id="{9408FD4D-6AA7-DF6F-CBC4-CC8E9212A4A0}"/>
                </a:ext>
              </a:extLst>
            </p:cNvPr>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2" name="Google Shape;1898;p52">
              <a:extLst>
                <a:ext uri="{FF2B5EF4-FFF2-40B4-BE49-F238E27FC236}">
                  <a16:creationId xmlns:a16="http://schemas.microsoft.com/office/drawing/2014/main" id="{FBA2862C-7093-8E7C-95CE-5C8FF87193A4}"/>
                </a:ext>
              </a:extLst>
            </p:cNvPr>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3" name="Google Shape;1899;p52">
              <a:extLst>
                <a:ext uri="{FF2B5EF4-FFF2-40B4-BE49-F238E27FC236}">
                  <a16:creationId xmlns:a16="http://schemas.microsoft.com/office/drawing/2014/main" id="{9DED8301-D6AF-0E1A-6C0A-6FD93429677F}"/>
                </a:ext>
              </a:extLst>
            </p:cNvPr>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4" name="Google Shape;1900;p52">
              <a:extLst>
                <a:ext uri="{FF2B5EF4-FFF2-40B4-BE49-F238E27FC236}">
                  <a16:creationId xmlns:a16="http://schemas.microsoft.com/office/drawing/2014/main" id="{052CC3BF-F8CB-175B-2149-F204E88D229F}"/>
                </a:ext>
              </a:extLst>
            </p:cNvPr>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5" name="Google Shape;1901;p52">
              <a:extLst>
                <a:ext uri="{FF2B5EF4-FFF2-40B4-BE49-F238E27FC236}">
                  <a16:creationId xmlns:a16="http://schemas.microsoft.com/office/drawing/2014/main" id="{3B0C2E30-D906-7402-E523-27D28F5BE878}"/>
                </a:ext>
              </a:extLst>
            </p:cNvPr>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6" name="Google Shape;1902;p52">
              <a:extLst>
                <a:ext uri="{FF2B5EF4-FFF2-40B4-BE49-F238E27FC236}">
                  <a16:creationId xmlns:a16="http://schemas.microsoft.com/office/drawing/2014/main" id="{A16E95DB-C065-7471-16D2-5ED63A76BA15}"/>
                </a:ext>
              </a:extLst>
            </p:cNvPr>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7" name="Google Shape;1903;p52">
              <a:extLst>
                <a:ext uri="{FF2B5EF4-FFF2-40B4-BE49-F238E27FC236}">
                  <a16:creationId xmlns:a16="http://schemas.microsoft.com/office/drawing/2014/main" id="{FA0EB65E-13A1-64DC-D496-A3979E71F7B0}"/>
                </a:ext>
              </a:extLst>
            </p:cNvPr>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8" name="Google Shape;1904;p52">
              <a:extLst>
                <a:ext uri="{FF2B5EF4-FFF2-40B4-BE49-F238E27FC236}">
                  <a16:creationId xmlns:a16="http://schemas.microsoft.com/office/drawing/2014/main" id="{F5BA963C-6B3A-FD42-58CF-76C013D3278A}"/>
                </a:ext>
              </a:extLst>
            </p:cNvPr>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49" name="Google Shape;1905;p52">
              <a:extLst>
                <a:ext uri="{FF2B5EF4-FFF2-40B4-BE49-F238E27FC236}">
                  <a16:creationId xmlns:a16="http://schemas.microsoft.com/office/drawing/2014/main" id="{760CB7CE-D1C9-E763-1909-F63C1AC829CD}"/>
                </a:ext>
              </a:extLst>
            </p:cNvPr>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0" name="Google Shape;1906;p52">
              <a:extLst>
                <a:ext uri="{FF2B5EF4-FFF2-40B4-BE49-F238E27FC236}">
                  <a16:creationId xmlns:a16="http://schemas.microsoft.com/office/drawing/2014/main" id="{FE410B64-66B9-E5D0-D243-1EE8A28E9234}"/>
                </a:ext>
              </a:extLst>
            </p:cNvPr>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1" name="Google Shape;1907;p52">
              <a:extLst>
                <a:ext uri="{FF2B5EF4-FFF2-40B4-BE49-F238E27FC236}">
                  <a16:creationId xmlns:a16="http://schemas.microsoft.com/office/drawing/2014/main" id="{7C3C4E30-3471-3CFA-641A-4F28EFAC69D1}"/>
                </a:ext>
              </a:extLst>
            </p:cNvPr>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2" name="Google Shape;1908;p52">
              <a:extLst>
                <a:ext uri="{FF2B5EF4-FFF2-40B4-BE49-F238E27FC236}">
                  <a16:creationId xmlns:a16="http://schemas.microsoft.com/office/drawing/2014/main" id="{2F2041ED-D4E0-84CE-EC43-7B1EEB9EF5A2}"/>
                </a:ext>
              </a:extLst>
            </p:cNvPr>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3" name="Google Shape;1909;p52">
              <a:extLst>
                <a:ext uri="{FF2B5EF4-FFF2-40B4-BE49-F238E27FC236}">
                  <a16:creationId xmlns:a16="http://schemas.microsoft.com/office/drawing/2014/main" id="{D290DF02-2D54-0CE7-393B-8DD87187A220}"/>
                </a:ext>
              </a:extLst>
            </p:cNvPr>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4" name="Google Shape;1910;p52">
              <a:extLst>
                <a:ext uri="{FF2B5EF4-FFF2-40B4-BE49-F238E27FC236}">
                  <a16:creationId xmlns:a16="http://schemas.microsoft.com/office/drawing/2014/main" id="{89E432A4-5AD8-9BCE-DC8A-7AA3412DF2B9}"/>
                </a:ext>
              </a:extLst>
            </p:cNvPr>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5" name="Google Shape;1911;p52">
              <a:extLst>
                <a:ext uri="{FF2B5EF4-FFF2-40B4-BE49-F238E27FC236}">
                  <a16:creationId xmlns:a16="http://schemas.microsoft.com/office/drawing/2014/main" id="{D54312FA-8367-A577-4B5D-07C2199F4DF2}"/>
                </a:ext>
              </a:extLst>
            </p:cNvPr>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6" name="Google Shape;1912;p52">
              <a:extLst>
                <a:ext uri="{FF2B5EF4-FFF2-40B4-BE49-F238E27FC236}">
                  <a16:creationId xmlns:a16="http://schemas.microsoft.com/office/drawing/2014/main" id="{5F3DB9EA-2887-0D14-CADE-B8CC1FCC99B1}"/>
                </a:ext>
              </a:extLst>
            </p:cNvPr>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7" name="Google Shape;1913;p52">
              <a:extLst>
                <a:ext uri="{FF2B5EF4-FFF2-40B4-BE49-F238E27FC236}">
                  <a16:creationId xmlns:a16="http://schemas.microsoft.com/office/drawing/2014/main" id="{513ECA31-F495-750D-B0AC-457CA5F871AC}"/>
                </a:ext>
              </a:extLst>
            </p:cNvPr>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8" name="Google Shape;1914;p52">
              <a:extLst>
                <a:ext uri="{FF2B5EF4-FFF2-40B4-BE49-F238E27FC236}">
                  <a16:creationId xmlns:a16="http://schemas.microsoft.com/office/drawing/2014/main" id="{C55500F7-69B5-D8C2-B90E-30949EE84756}"/>
                </a:ext>
              </a:extLst>
            </p:cNvPr>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59" name="Google Shape;1915;p52">
              <a:extLst>
                <a:ext uri="{FF2B5EF4-FFF2-40B4-BE49-F238E27FC236}">
                  <a16:creationId xmlns:a16="http://schemas.microsoft.com/office/drawing/2014/main" id="{21FBCA62-D240-2D89-C374-CEFAEBC1C2E9}"/>
                </a:ext>
              </a:extLst>
            </p:cNvPr>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0" name="Google Shape;1916;p52">
              <a:extLst>
                <a:ext uri="{FF2B5EF4-FFF2-40B4-BE49-F238E27FC236}">
                  <a16:creationId xmlns:a16="http://schemas.microsoft.com/office/drawing/2014/main" id="{49E6A011-49CA-374E-1292-EFF7CFA2F559}"/>
                </a:ext>
              </a:extLst>
            </p:cNvPr>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1" name="Google Shape;1917;p52">
              <a:extLst>
                <a:ext uri="{FF2B5EF4-FFF2-40B4-BE49-F238E27FC236}">
                  <a16:creationId xmlns:a16="http://schemas.microsoft.com/office/drawing/2014/main" id="{875F01FC-E292-6DA6-59DC-993F7FB13EF8}"/>
                </a:ext>
              </a:extLst>
            </p:cNvPr>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2" name="Google Shape;1918;p52">
              <a:extLst>
                <a:ext uri="{FF2B5EF4-FFF2-40B4-BE49-F238E27FC236}">
                  <a16:creationId xmlns:a16="http://schemas.microsoft.com/office/drawing/2014/main" id="{F47E5D34-66DC-EE32-7749-53147C84F64B}"/>
                </a:ext>
              </a:extLst>
            </p:cNvPr>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3" name="Google Shape;1919;p52">
              <a:extLst>
                <a:ext uri="{FF2B5EF4-FFF2-40B4-BE49-F238E27FC236}">
                  <a16:creationId xmlns:a16="http://schemas.microsoft.com/office/drawing/2014/main" id="{041D8AC9-59C1-B276-1803-2684EF319260}"/>
                </a:ext>
              </a:extLst>
            </p:cNvPr>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4" name="Google Shape;1920;p52">
              <a:extLst>
                <a:ext uri="{FF2B5EF4-FFF2-40B4-BE49-F238E27FC236}">
                  <a16:creationId xmlns:a16="http://schemas.microsoft.com/office/drawing/2014/main" id="{DC3FC85D-378F-9E33-563D-493C3A1A9A46}"/>
                </a:ext>
              </a:extLst>
            </p:cNvPr>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5" name="Google Shape;1921;p52">
              <a:extLst>
                <a:ext uri="{FF2B5EF4-FFF2-40B4-BE49-F238E27FC236}">
                  <a16:creationId xmlns:a16="http://schemas.microsoft.com/office/drawing/2014/main" id="{4A6D0A04-0178-C5C7-4A43-9B56304A50BC}"/>
                </a:ext>
              </a:extLst>
            </p:cNvPr>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6" name="Google Shape;1922;p52">
              <a:extLst>
                <a:ext uri="{FF2B5EF4-FFF2-40B4-BE49-F238E27FC236}">
                  <a16:creationId xmlns:a16="http://schemas.microsoft.com/office/drawing/2014/main" id="{69FA7729-60F8-D163-1084-E683E1CAC930}"/>
                </a:ext>
              </a:extLst>
            </p:cNvPr>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7" name="Google Shape;1923;p52">
              <a:extLst>
                <a:ext uri="{FF2B5EF4-FFF2-40B4-BE49-F238E27FC236}">
                  <a16:creationId xmlns:a16="http://schemas.microsoft.com/office/drawing/2014/main" id="{4BD3DC67-7BC3-6E6D-8CEC-56DDF5A6E58F}"/>
                </a:ext>
              </a:extLst>
            </p:cNvPr>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8" name="Google Shape;1924;p52">
              <a:extLst>
                <a:ext uri="{FF2B5EF4-FFF2-40B4-BE49-F238E27FC236}">
                  <a16:creationId xmlns:a16="http://schemas.microsoft.com/office/drawing/2014/main" id="{15F53FBE-667F-21DD-20EA-A2AAF89C3C69}"/>
                </a:ext>
              </a:extLst>
            </p:cNvPr>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69" name="Google Shape;1925;p52">
              <a:extLst>
                <a:ext uri="{FF2B5EF4-FFF2-40B4-BE49-F238E27FC236}">
                  <a16:creationId xmlns:a16="http://schemas.microsoft.com/office/drawing/2014/main" id="{E526BFD6-46DB-60CD-85DE-8806A23E9D2F}"/>
                </a:ext>
              </a:extLst>
            </p:cNvPr>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0" name="Google Shape;1926;p52">
              <a:extLst>
                <a:ext uri="{FF2B5EF4-FFF2-40B4-BE49-F238E27FC236}">
                  <a16:creationId xmlns:a16="http://schemas.microsoft.com/office/drawing/2014/main" id="{1CBF65C2-7C5B-2483-951F-4745AAB76C06}"/>
                </a:ext>
              </a:extLst>
            </p:cNvPr>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1" name="Google Shape;1927;p52">
              <a:extLst>
                <a:ext uri="{FF2B5EF4-FFF2-40B4-BE49-F238E27FC236}">
                  <a16:creationId xmlns:a16="http://schemas.microsoft.com/office/drawing/2014/main" id="{173EF60E-8E2B-B617-AF45-31A7CB16EA12}"/>
                </a:ext>
              </a:extLst>
            </p:cNvPr>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2" name="Google Shape;1928;p52">
              <a:extLst>
                <a:ext uri="{FF2B5EF4-FFF2-40B4-BE49-F238E27FC236}">
                  <a16:creationId xmlns:a16="http://schemas.microsoft.com/office/drawing/2014/main" id="{54ED702B-DBE3-CAA4-226F-AB747605AB7E}"/>
                </a:ext>
              </a:extLst>
            </p:cNvPr>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3" name="Google Shape;1929;p52">
              <a:extLst>
                <a:ext uri="{FF2B5EF4-FFF2-40B4-BE49-F238E27FC236}">
                  <a16:creationId xmlns:a16="http://schemas.microsoft.com/office/drawing/2014/main" id="{E98B5F4B-71AD-845A-E398-11E7FC6956BF}"/>
                </a:ext>
              </a:extLst>
            </p:cNvPr>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4" name="Google Shape;1930;p52">
              <a:extLst>
                <a:ext uri="{FF2B5EF4-FFF2-40B4-BE49-F238E27FC236}">
                  <a16:creationId xmlns:a16="http://schemas.microsoft.com/office/drawing/2014/main" id="{84430E13-A39D-A2C9-6060-6CA610F0A04C}"/>
                </a:ext>
              </a:extLst>
            </p:cNvPr>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5" name="Google Shape;1931;p52">
              <a:extLst>
                <a:ext uri="{FF2B5EF4-FFF2-40B4-BE49-F238E27FC236}">
                  <a16:creationId xmlns:a16="http://schemas.microsoft.com/office/drawing/2014/main" id="{64780CBE-16FE-D0E8-1561-AB85B74C18C1}"/>
                </a:ext>
              </a:extLst>
            </p:cNvPr>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6" name="Google Shape;1932;p52">
              <a:extLst>
                <a:ext uri="{FF2B5EF4-FFF2-40B4-BE49-F238E27FC236}">
                  <a16:creationId xmlns:a16="http://schemas.microsoft.com/office/drawing/2014/main" id="{4F594301-0B67-C15F-99D1-CAFE980F6CD4}"/>
                </a:ext>
              </a:extLst>
            </p:cNvPr>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7" name="Google Shape;1933;p52">
              <a:extLst>
                <a:ext uri="{FF2B5EF4-FFF2-40B4-BE49-F238E27FC236}">
                  <a16:creationId xmlns:a16="http://schemas.microsoft.com/office/drawing/2014/main" id="{214EDC95-FF98-1C2A-C17F-3600EE7E8C5D}"/>
                </a:ext>
              </a:extLst>
            </p:cNvPr>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8" name="Google Shape;1934;p52">
              <a:extLst>
                <a:ext uri="{FF2B5EF4-FFF2-40B4-BE49-F238E27FC236}">
                  <a16:creationId xmlns:a16="http://schemas.microsoft.com/office/drawing/2014/main" id="{2981D7DE-358D-4142-05A8-60F2D84534C4}"/>
                </a:ext>
              </a:extLst>
            </p:cNvPr>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79" name="Google Shape;1935;p52">
              <a:extLst>
                <a:ext uri="{FF2B5EF4-FFF2-40B4-BE49-F238E27FC236}">
                  <a16:creationId xmlns:a16="http://schemas.microsoft.com/office/drawing/2014/main" id="{1A0E0043-6365-4892-A73E-8C9A2981069F}"/>
                </a:ext>
              </a:extLst>
            </p:cNvPr>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0" name="Google Shape;1936;p52">
              <a:extLst>
                <a:ext uri="{FF2B5EF4-FFF2-40B4-BE49-F238E27FC236}">
                  <a16:creationId xmlns:a16="http://schemas.microsoft.com/office/drawing/2014/main" id="{5B8BEC42-EAF8-A077-92B8-31E8A0F0D36D}"/>
                </a:ext>
              </a:extLst>
            </p:cNvPr>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1" name="Google Shape;1937;p52">
              <a:extLst>
                <a:ext uri="{FF2B5EF4-FFF2-40B4-BE49-F238E27FC236}">
                  <a16:creationId xmlns:a16="http://schemas.microsoft.com/office/drawing/2014/main" id="{EA9A7E85-229C-716D-BD08-2343E929B0A0}"/>
                </a:ext>
              </a:extLst>
            </p:cNvPr>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2" name="Google Shape;1938;p52">
              <a:extLst>
                <a:ext uri="{FF2B5EF4-FFF2-40B4-BE49-F238E27FC236}">
                  <a16:creationId xmlns:a16="http://schemas.microsoft.com/office/drawing/2014/main" id="{EA1CA1A2-0F8D-C853-935A-F4719AA96FD0}"/>
                </a:ext>
              </a:extLst>
            </p:cNvPr>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3" name="Google Shape;1939;p52">
              <a:extLst>
                <a:ext uri="{FF2B5EF4-FFF2-40B4-BE49-F238E27FC236}">
                  <a16:creationId xmlns:a16="http://schemas.microsoft.com/office/drawing/2014/main" id="{978355E8-442A-7AD6-9448-4D5EE4EA7C67}"/>
                </a:ext>
              </a:extLst>
            </p:cNvPr>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4" name="Google Shape;1940;p52">
              <a:extLst>
                <a:ext uri="{FF2B5EF4-FFF2-40B4-BE49-F238E27FC236}">
                  <a16:creationId xmlns:a16="http://schemas.microsoft.com/office/drawing/2014/main" id="{EEA9CEA5-F344-D4E5-338A-B9FAFD41816C}"/>
                </a:ext>
              </a:extLst>
            </p:cNvPr>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5" name="Google Shape;1941;p52">
              <a:extLst>
                <a:ext uri="{FF2B5EF4-FFF2-40B4-BE49-F238E27FC236}">
                  <a16:creationId xmlns:a16="http://schemas.microsoft.com/office/drawing/2014/main" id="{D96FA21E-A5AE-0392-5099-4E7C8EAA92E0}"/>
                </a:ext>
              </a:extLst>
            </p:cNvPr>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6" name="Google Shape;1942;p52">
              <a:extLst>
                <a:ext uri="{FF2B5EF4-FFF2-40B4-BE49-F238E27FC236}">
                  <a16:creationId xmlns:a16="http://schemas.microsoft.com/office/drawing/2014/main" id="{BA65A76C-A459-A6EA-ED0A-F79BCB11B89D}"/>
                </a:ext>
              </a:extLst>
            </p:cNvPr>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7" name="Google Shape;1943;p52">
              <a:extLst>
                <a:ext uri="{FF2B5EF4-FFF2-40B4-BE49-F238E27FC236}">
                  <a16:creationId xmlns:a16="http://schemas.microsoft.com/office/drawing/2014/main" id="{D76727CF-F215-31A8-CFEA-077BD36B7E6D}"/>
                </a:ext>
              </a:extLst>
            </p:cNvPr>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8" name="Google Shape;1944;p52">
              <a:extLst>
                <a:ext uri="{FF2B5EF4-FFF2-40B4-BE49-F238E27FC236}">
                  <a16:creationId xmlns:a16="http://schemas.microsoft.com/office/drawing/2014/main" id="{F700309B-073C-5AD0-075A-95981540CE13}"/>
                </a:ext>
              </a:extLst>
            </p:cNvPr>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89" name="Google Shape;1945;p52">
              <a:extLst>
                <a:ext uri="{FF2B5EF4-FFF2-40B4-BE49-F238E27FC236}">
                  <a16:creationId xmlns:a16="http://schemas.microsoft.com/office/drawing/2014/main" id="{4E0C3A5D-79BD-D4EA-EBEF-79EBA6EEAD47}"/>
                </a:ext>
              </a:extLst>
            </p:cNvPr>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90" name="Google Shape;1946;p52">
              <a:extLst>
                <a:ext uri="{FF2B5EF4-FFF2-40B4-BE49-F238E27FC236}">
                  <a16:creationId xmlns:a16="http://schemas.microsoft.com/office/drawing/2014/main" id="{C6B4899E-3998-6E2B-02F5-AB9B792A2828}"/>
                </a:ext>
              </a:extLst>
            </p:cNvPr>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91" name="Google Shape;1947;p52">
              <a:extLst>
                <a:ext uri="{FF2B5EF4-FFF2-40B4-BE49-F238E27FC236}">
                  <a16:creationId xmlns:a16="http://schemas.microsoft.com/office/drawing/2014/main" id="{3F200DB1-F38D-C7B6-E233-E41182DB9D53}"/>
                </a:ext>
              </a:extLst>
            </p:cNvPr>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392" name="Google Shape;1948;p52">
              <a:extLst>
                <a:ext uri="{FF2B5EF4-FFF2-40B4-BE49-F238E27FC236}">
                  <a16:creationId xmlns:a16="http://schemas.microsoft.com/office/drawing/2014/main" id="{352A6073-B5AE-8C64-CE26-3BBDAE04CAD3}"/>
                </a:ext>
              </a:extLst>
            </p:cNvPr>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extLst>
      <p:ext uri="{BB962C8B-B14F-4D97-AF65-F5344CB8AC3E}">
        <p14:creationId xmlns:p14="http://schemas.microsoft.com/office/powerpoint/2010/main" val="3297160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Preprocessing</a:t>
            </a:r>
            <a:endParaRPr dirty="0"/>
          </a:p>
        </p:txBody>
      </p:sp>
      <p:sp>
        <p:nvSpPr>
          <p:cNvPr id="2" name="Google Shape;1580;p49">
            <a:extLst>
              <a:ext uri="{FF2B5EF4-FFF2-40B4-BE49-F238E27FC236}">
                <a16:creationId xmlns:a16="http://schemas.microsoft.com/office/drawing/2014/main" id="{ED2C8E03-88B2-B731-3F7E-AFDFC6A8DA53}"/>
              </a:ext>
            </a:extLst>
          </p:cNvPr>
          <p:cNvSpPr txBox="1">
            <a:spLocks/>
          </p:cNvSpPr>
          <p:nvPr/>
        </p:nvSpPr>
        <p:spPr>
          <a:xfrm>
            <a:off x="759969" y="989475"/>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241300" indent="-215900">
              <a:lnSpc>
                <a:spcPct val="150000"/>
              </a:lnSpc>
              <a:spcBef>
                <a:spcPts val="300"/>
              </a:spcBef>
              <a:buClr>
                <a:schemeClr val="accent2"/>
              </a:buClr>
              <a:buSzPts val="1400"/>
              <a:buFont typeface="Maven Pro"/>
              <a:buChar char="●"/>
            </a:pPr>
            <a:r>
              <a:rPr lang="en-GB" sz="1600" dirty="0">
                <a:uFill>
                  <a:noFill/>
                </a:uFill>
              </a:rPr>
              <a:t>Dataset of </a:t>
            </a:r>
            <a:r>
              <a:rPr lang="en-US" sz="1600" dirty="0">
                <a:uFill>
                  <a:noFill/>
                </a:uFill>
              </a:rPr>
              <a:t>11,162 clients, for 2,299 results from first round are available</a:t>
            </a:r>
            <a:endParaRPr lang="en-GB" sz="1600" dirty="0">
              <a:uFill>
                <a:noFill/>
              </a:uFill>
            </a:endParaRPr>
          </a:p>
          <a:p>
            <a:pPr marL="241300" indent="-215900">
              <a:lnSpc>
                <a:spcPct val="150000"/>
              </a:lnSpc>
              <a:spcBef>
                <a:spcPts val="300"/>
              </a:spcBef>
              <a:buClr>
                <a:schemeClr val="accent2"/>
              </a:buClr>
              <a:buSzPts val="1400"/>
              <a:buFont typeface="Maven Pro"/>
              <a:buChar char="●"/>
            </a:pPr>
            <a:r>
              <a:rPr lang="en-GB" sz="1600" dirty="0">
                <a:uFill>
                  <a:noFill/>
                </a:uFill>
              </a:rPr>
              <a:t>Database of 4 tables</a:t>
            </a:r>
          </a:p>
          <a:p>
            <a:pPr marL="698500" lvl="1" indent="-215900">
              <a:lnSpc>
                <a:spcPct val="150000"/>
              </a:lnSpc>
              <a:spcBef>
                <a:spcPts val="300"/>
              </a:spcBef>
              <a:buClr>
                <a:schemeClr val="accent2"/>
              </a:buClr>
              <a:buSzPts val="1400"/>
              <a:buFont typeface="Maven Pro"/>
              <a:buChar char="●"/>
            </a:pPr>
            <a:r>
              <a:rPr lang="en-GB" sz="1200" dirty="0">
                <a:solidFill>
                  <a:schemeClr val="lt1"/>
                </a:solidFill>
                <a:uFill>
                  <a:noFill/>
                </a:uFill>
              </a:rPr>
              <a:t>Client’s personal info</a:t>
            </a:r>
          </a:p>
          <a:p>
            <a:pPr marL="698500" lvl="1" indent="-215900">
              <a:lnSpc>
                <a:spcPct val="150000"/>
              </a:lnSpc>
              <a:spcBef>
                <a:spcPts val="300"/>
              </a:spcBef>
              <a:buClr>
                <a:schemeClr val="accent2"/>
              </a:buClr>
              <a:buSzPts val="1400"/>
              <a:buFont typeface="Maven Pro"/>
              <a:buChar char="●"/>
            </a:pPr>
            <a:r>
              <a:rPr lang="en-GB" sz="1200" dirty="0">
                <a:solidFill>
                  <a:schemeClr val="lt1"/>
                </a:solidFill>
                <a:uFill>
                  <a:noFill/>
                </a:uFill>
              </a:rPr>
              <a:t>Client’s bank product info</a:t>
            </a:r>
          </a:p>
          <a:p>
            <a:pPr marL="698500" lvl="1" indent="-215900">
              <a:lnSpc>
                <a:spcPct val="150000"/>
              </a:lnSpc>
              <a:spcBef>
                <a:spcPts val="300"/>
              </a:spcBef>
              <a:buClr>
                <a:schemeClr val="accent2"/>
              </a:buClr>
              <a:buSzPts val="1400"/>
              <a:buFont typeface="Maven Pro"/>
              <a:buChar char="●"/>
            </a:pPr>
            <a:r>
              <a:rPr lang="en-GB" sz="1200" dirty="0">
                <a:solidFill>
                  <a:schemeClr val="lt1"/>
                </a:solidFill>
                <a:uFill>
                  <a:noFill/>
                </a:uFill>
              </a:rPr>
              <a:t>Client’s balances</a:t>
            </a:r>
          </a:p>
          <a:p>
            <a:pPr marL="698500" lvl="1" indent="-215900">
              <a:lnSpc>
                <a:spcPct val="150000"/>
              </a:lnSpc>
              <a:spcBef>
                <a:spcPts val="300"/>
              </a:spcBef>
              <a:buClr>
                <a:schemeClr val="accent2"/>
              </a:buClr>
              <a:buSzPts val="1400"/>
              <a:buFont typeface="Maven Pro"/>
              <a:buChar char="●"/>
            </a:pPr>
            <a:r>
              <a:rPr lang="en-GB" sz="1200" dirty="0">
                <a:solidFill>
                  <a:schemeClr val="lt1"/>
                </a:solidFill>
                <a:uFill>
                  <a:noFill/>
                </a:uFill>
              </a:rPr>
              <a:t>Results from first round of investment campaign</a:t>
            </a:r>
          </a:p>
          <a:p>
            <a:pPr marL="241300" indent="-215900">
              <a:lnSpc>
                <a:spcPct val="150000"/>
              </a:lnSpc>
              <a:spcBef>
                <a:spcPts val="300"/>
              </a:spcBef>
              <a:buClr>
                <a:schemeClr val="accent2"/>
              </a:buClr>
              <a:buSzPts val="1400"/>
              <a:buFont typeface="Maven Pro"/>
              <a:buChar char="●"/>
            </a:pPr>
            <a:r>
              <a:rPr lang="en-US" sz="1600" dirty="0">
                <a:uFill>
                  <a:noFill/>
                </a:uFill>
              </a:rPr>
              <a:t>Data cleaning</a:t>
            </a:r>
          </a:p>
          <a:p>
            <a:pPr marL="698500" lvl="1" indent="-215900">
              <a:lnSpc>
                <a:spcPct val="150000"/>
              </a:lnSpc>
              <a:spcBef>
                <a:spcPts val="300"/>
              </a:spcBef>
              <a:buClr>
                <a:schemeClr val="accent2"/>
              </a:buClr>
              <a:buSzPts val="1400"/>
              <a:buFont typeface="Maven Pro"/>
              <a:buChar char="●"/>
            </a:pPr>
            <a:r>
              <a:rPr lang="en-US" sz="1200" dirty="0">
                <a:solidFill>
                  <a:schemeClr val="lt1"/>
                </a:solidFill>
                <a:uFill>
                  <a:noFill/>
                </a:uFill>
              </a:rPr>
              <a:t>Replacing missing values</a:t>
            </a:r>
          </a:p>
          <a:p>
            <a:pPr marL="698500" lvl="1" indent="-215900">
              <a:lnSpc>
                <a:spcPct val="150000"/>
              </a:lnSpc>
              <a:spcBef>
                <a:spcPts val="300"/>
              </a:spcBef>
              <a:buClr>
                <a:schemeClr val="accent2"/>
              </a:buClr>
              <a:buSzPts val="1400"/>
              <a:buFont typeface="Maven Pro"/>
              <a:buChar char="●"/>
            </a:pPr>
            <a:r>
              <a:rPr lang="en-US" sz="1200" dirty="0">
                <a:solidFill>
                  <a:schemeClr val="lt1"/>
                </a:solidFill>
                <a:uFill>
                  <a:noFill/>
                </a:uFill>
              </a:rPr>
              <a:t>Label encoding of categorical variables</a:t>
            </a:r>
          </a:p>
          <a:p>
            <a:pPr marL="698500" lvl="1" indent="-215900">
              <a:lnSpc>
                <a:spcPct val="150000"/>
              </a:lnSpc>
              <a:spcBef>
                <a:spcPts val="300"/>
              </a:spcBef>
              <a:buClr>
                <a:schemeClr val="accent2"/>
              </a:buClr>
              <a:buSzPts val="1400"/>
              <a:buFont typeface="Maven Pro"/>
              <a:buChar char="●"/>
            </a:pPr>
            <a:r>
              <a:rPr lang="en-GB" sz="1200" dirty="0">
                <a:solidFill>
                  <a:schemeClr val="lt1"/>
                </a:solidFill>
                <a:uFill>
                  <a:noFill/>
                </a:uFill>
              </a:rPr>
              <a:t>Client balances recalculated to CZK using daily FX rates for EUR and USD</a:t>
            </a:r>
          </a:p>
          <a:p>
            <a:pPr marL="241300" indent="-215900">
              <a:lnSpc>
                <a:spcPct val="150000"/>
              </a:lnSpc>
              <a:spcBef>
                <a:spcPts val="300"/>
              </a:spcBef>
              <a:buClr>
                <a:schemeClr val="accent2"/>
              </a:buClr>
              <a:buSzPts val="1400"/>
              <a:buFont typeface="Maven Pro"/>
              <a:buChar char="●"/>
            </a:pPr>
            <a:endParaRPr lang="en-GB" sz="1600" dirty="0"/>
          </a:p>
        </p:txBody>
      </p:sp>
    </p:spTree>
    <p:extLst>
      <p:ext uri="{BB962C8B-B14F-4D97-AF65-F5344CB8AC3E}">
        <p14:creationId xmlns:p14="http://schemas.microsoft.com/office/powerpoint/2010/main" val="4284059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2" name="Google Shape;480;p27">
            <a:extLst>
              <a:ext uri="{FF2B5EF4-FFF2-40B4-BE49-F238E27FC236}">
                <a16:creationId xmlns:a16="http://schemas.microsoft.com/office/drawing/2014/main" id="{1BD2DBE1-F78C-E5E0-9BF1-ADE0873B468E}"/>
              </a:ext>
            </a:extLst>
          </p:cNvPr>
          <p:cNvSpPr txBox="1">
            <a:spLocks/>
          </p:cNvSpPr>
          <p:nvPr/>
        </p:nvSpPr>
        <p:spPr>
          <a:xfrm>
            <a:off x="295440" y="-104998"/>
            <a:ext cx="6627962"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en-US" sz="2400" dirty="0"/>
              <a:t>Visualization of variable relationships</a:t>
            </a:r>
          </a:p>
        </p:txBody>
      </p:sp>
      <p:pic>
        <p:nvPicPr>
          <p:cNvPr id="6" name="Obrázek 5" descr="Obsah obrázku snímek obrazovky, text, Barevnost, čtverec&#10;&#10;Popis byl vytvořen automaticky">
            <a:extLst>
              <a:ext uri="{FF2B5EF4-FFF2-40B4-BE49-F238E27FC236}">
                <a16:creationId xmlns:a16="http://schemas.microsoft.com/office/drawing/2014/main" id="{A71DA42F-2CCB-73C0-7D96-87A4ED568765}"/>
              </a:ext>
            </a:extLst>
          </p:cNvPr>
          <p:cNvPicPr>
            <a:picLocks noChangeAspect="1"/>
          </p:cNvPicPr>
          <p:nvPr/>
        </p:nvPicPr>
        <p:blipFill>
          <a:blip r:embed="rId3"/>
          <a:stretch>
            <a:fillRect/>
          </a:stretch>
        </p:blipFill>
        <p:spPr>
          <a:xfrm>
            <a:off x="410668" y="389806"/>
            <a:ext cx="7844790" cy="4753694"/>
          </a:xfrm>
          <a:prstGeom prst="rect">
            <a:avLst/>
          </a:prstGeom>
        </p:spPr>
      </p:pic>
      <p:sp>
        <p:nvSpPr>
          <p:cNvPr id="4" name="Google Shape;1950;p52">
            <a:extLst>
              <a:ext uri="{FF2B5EF4-FFF2-40B4-BE49-F238E27FC236}">
                <a16:creationId xmlns:a16="http://schemas.microsoft.com/office/drawing/2014/main" id="{485A642C-18AF-68E1-9D73-1F9AF8D2403C}"/>
              </a:ext>
            </a:extLst>
          </p:cNvPr>
          <p:cNvSpPr/>
          <p:nvPr/>
        </p:nvSpPr>
        <p:spPr>
          <a:xfrm>
            <a:off x="89326" y="511738"/>
            <a:ext cx="471885" cy="244532"/>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4324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380933" y="138663"/>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Exploratory Analysis of First Round</a:t>
            </a:r>
            <a:endParaRPr dirty="0"/>
          </a:p>
        </p:txBody>
      </p:sp>
      <p:pic>
        <p:nvPicPr>
          <p:cNvPr id="4" name="Picture 3" descr="A graph with red and blue squares&#10;&#10;Description automatically generated">
            <a:extLst>
              <a:ext uri="{FF2B5EF4-FFF2-40B4-BE49-F238E27FC236}">
                <a16:creationId xmlns:a16="http://schemas.microsoft.com/office/drawing/2014/main" id="{20DF4623-9DD1-B96C-9BC4-995600CA0A11}"/>
              </a:ext>
            </a:extLst>
          </p:cNvPr>
          <p:cNvPicPr>
            <a:picLocks noChangeAspect="1"/>
          </p:cNvPicPr>
          <p:nvPr/>
        </p:nvPicPr>
        <p:blipFill>
          <a:blip r:embed="rId3"/>
          <a:stretch>
            <a:fillRect/>
          </a:stretch>
        </p:blipFill>
        <p:spPr>
          <a:xfrm>
            <a:off x="4738448" y="1368580"/>
            <a:ext cx="4276360" cy="3347357"/>
          </a:xfrm>
          <a:prstGeom prst="rect">
            <a:avLst/>
          </a:prstGeom>
        </p:spPr>
      </p:pic>
      <p:pic>
        <p:nvPicPr>
          <p:cNvPr id="7" name="Picture 6" descr="A graph with red and blue squares&#10;&#10;Description automatically generated">
            <a:extLst>
              <a:ext uri="{FF2B5EF4-FFF2-40B4-BE49-F238E27FC236}">
                <a16:creationId xmlns:a16="http://schemas.microsoft.com/office/drawing/2014/main" id="{002F004A-41CA-2861-2406-17C278160AC2}"/>
              </a:ext>
            </a:extLst>
          </p:cNvPr>
          <p:cNvPicPr>
            <a:picLocks noChangeAspect="1"/>
          </p:cNvPicPr>
          <p:nvPr/>
        </p:nvPicPr>
        <p:blipFill>
          <a:blip r:embed="rId4"/>
          <a:stretch>
            <a:fillRect/>
          </a:stretch>
        </p:blipFill>
        <p:spPr>
          <a:xfrm>
            <a:off x="228600" y="1352693"/>
            <a:ext cx="4343400" cy="3379132"/>
          </a:xfrm>
          <a:prstGeom prst="rect">
            <a:avLst/>
          </a:prstGeom>
        </p:spPr>
      </p:pic>
      <p:sp>
        <p:nvSpPr>
          <p:cNvPr id="2" name="Google Shape;1580;p49">
            <a:extLst>
              <a:ext uri="{FF2B5EF4-FFF2-40B4-BE49-F238E27FC236}">
                <a16:creationId xmlns:a16="http://schemas.microsoft.com/office/drawing/2014/main" id="{1D02EED2-C045-0AA9-0DD9-E9BB0170D568}"/>
              </a:ext>
            </a:extLst>
          </p:cNvPr>
          <p:cNvSpPr txBox="1">
            <a:spLocks/>
          </p:cNvSpPr>
          <p:nvPr/>
        </p:nvSpPr>
        <p:spPr>
          <a:xfrm>
            <a:off x="380933" y="566415"/>
            <a:ext cx="7380316" cy="8021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241300" indent="-215900">
              <a:lnSpc>
                <a:spcPct val="150000"/>
              </a:lnSpc>
              <a:spcBef>
                <a:spcPts val="300"/>
              </a:spcBef>
              <a:buClr>
                <a:schemeClr val="accent2"/>
              </a:buClr>
              <a:buSzPts val="1400"/>
              <a:buFont typeface="Maven Pro"/>
              <a:buChar char="●"/>
            </a:pPr>
            <a:r>
              <a:rPr lang="en-US" dirty="0">
                <a:uFill>
                  <a:noFill/>
                </a:uFill>
              </a:rPr>
              <a:t>Clients who do not have mortgage and have deposits were more likely to invest       in first round of campaign</a:t>
            </a:r>
          </a:p>
        </p:txBody>
      </p:sp>
    </p:spTree>
    <p:extLst>
      <p:ext uri="{BB962C8B-B14F-4D97-AF65-F5344CB8AC3E}">
        <p14:creationId xmlns:p14="http://schemas.microsoft.com/office/powerpoint/2010/main" val="2028707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Feature Engineering</a:t>
            </a:r>
            <a:endParaRPr dirty="0"/>
          </a:p>
        </p:txBody>
      </p:sp>
      <p:sp>
        <p:nvSpPr>
          <p:cNvPr id="2" name="Google Shape;1580;p49">
            <a:extLst>
              <a:ext uri="{FF2B5EF4-FFF2-40B4-BE49-F238E27FC236}">
                <a16:creationId xmlns:a16="http://schemas.microsoft.com/office/drawing/2014/main" id="{4A21035F-012E-B02D-0D20-C322321745F1}"/>
              </a:ext>
            </a:extLst>
          </p:cNvPr>
          <p:cNvSpPr txBox="1">
            <a:spLocks/>
          </p:cNvSpPr>
          <p:nvPr/>
        </p:nvSpPr>
        <p:spPr>
          <a:xfrm>
            <a:off x="618825" y="1168580"/>
            <a:ext cx="3224202" cy="33889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241300" indent="-215900">
              <a:lnSpc>
                <a:spcPct val="150000"/>
              </a:lnSpc>
              <a:spcBef>
                <a:spcPts val="300"/>
              </a:spcBef>
              <a:buClr>
                <a:schemeClr val="accent2"/>
              </a:buClr>
              <a:buSzPts val="1400"/>
              <a:buFont typeface="Maven Pro"/>
              <a:buChar char="●"/>
            </a:pPr>
            <a:r>
              <a:rPr lang="en-US" sz="1600" dirty="0">
                <a:uFill>
                  <a:noFill/>
                </a:uFill>
              </a:rPr>
              <a:t>Developing new variables</a:t>
            </a:r>
          </a:p>
          <a:p>
            <a:pPr marL="698500" lvl="1" indent="-215900">
              <a:lnSpc>
                <a:spcPct val="150000"/>
              </a:lnSpc>
              <a:spcBef>
                <a:spcPts val="300"/>
              </a:spcBef>
              <a:buClr>
                <a:schemeClr val="accent2"/>
              </a:buClr>
              <a:buSzPts val="1400"/>
              <a:buFont typeface="Maven Pro"/>
              <a:buChar char="●"/>
            </a:pPr>
            <a:r>
              <a:rPr lang="en-US" sz="1200" dirty="0">
                <a:solidFill>
                  <a:schemeClr val="lt1"/>
                </a:solidFill>
                <a:uFill>
                  <a:noFill/>
                </a:uFill>
              </a:rPr>
              <a:t>Mean, Last, Min, Max balances</a:t>
            </a:r>
          </a:p>
          <a:p>
            <a:pPr marL="698500" lvl="1" indent="-215900">
              <a:lnSpc>
                <a:spcPct val="150000"/>
              </a:lnSpc>
              <a:spcBef>
                <a:spcPts val="300"/>
              </a:spcBef>
              <a:buClr>
                <a:schemeClr val="accent2"/>
              </a:buClr>
              <a:buSzPts val="1400"/>
              <a:buFont typeface="Maven Pro"/>
              <a:buChar char="●"/>
            </a:pPr>
            <a:r>
              <a:rPr lang="en-US" sz="1200" dirty="0">
                <a:solidFill>
                  <a:schemeClr val="lt1"/>
                </a:solidFill>
                <a:uFill>
                  <a:noFill/>
                </a:uFill>
              </a:rPr>
              <a:t>Currency</a:t>
            </a:r>
          </a:p>
          <a:p>
            <a:pPr marL="241300" indent="-215900">
              <a:lnSpc>
                <a:spcPct val="150000"/>
              </a:lnSpc>
              <a:spcBef>
                <a:spcPts val="300"/>
              </a:spcBef>
              <a:buClr>
                <a:schemeClr val="accent2"/>
              </a:buClr>
              <a:buSzPts val="1400"/>
              <a:buFont typeface="Maven Pro"/>
              <a:buChar char="●"/>
            </a:pPr>
            <a:endParaRPr lang="en-US" sz="1100" dirty="0">
              <a:solidFill>
                <a:schemeClr val="lt1"/>
              </a:solidFill>
              <a:uFill>
                <a:noFill/>
              </a:uFill>
            </a:endParaRPr>
          </a:p>
          <a:p>
            <a:pPr marL="241300" indent="-215900">
              <a:lnSpc>
                <a:spcPct val="150000"/>
              </a:lnSpc>
              <a:spcBef>
                <a:spcPts val="300"/>
              </a:spcBef>
              <a:buClr>
                <a:schemeClr val="accent2"/>
              </a:buClr>
              <a:buSzPts val="1400"/>
              <a:buFont typeface="Maven Pro"/>
              <a:buChar char="●"/>
            </a:pPr>
            <a:r>
              <a:rPr lang="en-GB" sz="1600" dirty="0"/>
              <a:t>Selecting most important features based on a Decision Tree algorithm</a:t>
            </a:r>
          </a:p>
          <a:p>
            <a:pPr marL="241300" indent="-215900">
              <a:lnSpc>
                <a:spcPct val="150000"/>
              </a:lnSpc>
              <a:spcBef>
                <a:spcPts val="300"/>
              </a:spcBef>
              <a:buClr>
                <a:schemeClr val="accent2"/>
              </a:buClr>
              <a:buSzPts val="1400"/>
              <a:buFont typeface="Maven Pro"/>
              <a:buChar char="●"/>
            </a:pPr>
            <a:endParaRPr lang="en-GB" sz="1600" dirty="0"/>
          </a:p>
        </p:txBody>
      </p:sp>
      <p:pic>
        <p:nvPicPr>
          <p:cNvPr id="4" name="Picture 3" descr="A graph with text on it&#10;&#10;Description automatically generated">
            <a:extLst>
              <a:ext uri="{FF2B5EF4-FFF2-40B4-BE49-F238E27FC236}">
                <a16:creationId xmlns:a16="http://schemas.microsoft.com/office/drawing/2014/main" id="{E889BE52-489C-9CEF-B06E-8A470F42A6CB}"/>
              </a:ext>
            </a:extLst>
          </p:cNvPr>
          <p:cNvPicPr>
            <a:picLocks noChangeAspect="1"/>
          </p:cNvPicPr>
          <p:nvPr/>
        </p:nvPicPr>
        <p:blipFill>
          <a:blip r:embed="rId3"/>
          <a:stretch>
            <a:fillRect/>
          </a:stretch>
        </p:blipFill>
        <p:spPr>
          <a:xfrm>
            <a:off x="3843027" y="1085525"/>
            <a:ext cx="4948464" cy="3847518"/>
          </a:xfrm>
          <a:prstGeom prst="rect">
            <a:avLst/>
          </a:prstGeom>
        </p:spPr>
      </p:pic>
    </p:spTree>
    <p:extLst>
      <p:ext uri="{BB962C8B-B14F-4D97-AF65-F5344CB8AC3E}">
        <p14:creationId xmlns:p14="http://schemas.microsoft.com/office/powerpoint/2010/main" val="2831659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547548"/>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Model Selection</a:t>
            </a:r>
            <a:endParaRPr dirty="0"/>
          </a:p>
        </p:txBody>
      </p:sp>
      <p:sp>
        <p:nvSpPr>
          <p:cNvPr id="2" name="Google Shape;1580;p49">
            <a:extLst>
              <a:ext uri="{FF2B5EF4-FFF2-40B4-BE49-F238E27FC236}">
                <a16:creationId xmlns:a16="http://schemas.microsoft.com/office/drawing/2014/main" id="{F05DD529-B114-A297-71BC-DD4D988F2AC9}"/>
              </a:ext>
            </a:extLst>
          </p:cNvPr>
          <p:cNvSpPr txBox="1">
            <a:spLocks/>
          </p:cNvSpPr>
          <p:nvPr/>
        </p:nvSpPr>
        <p:spPr>
          <a:xfrm>
            <a:off x="759969" y="1168581"/>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endParaRPr lang="en-GB" sz="1800" dirty="0">
              <a:latin typeface="Advent Pro Medium"/>
              <a:ea typeface="Advent Pro Medium"/>
              <a:cs typeface="Advent Pro Medium"/>
              <a:sym typeface="Advent Pro Medium"/>
            </a:endParaRPr>
          </a:p>
        </p:txBody>
      </p:sp>
      <p:sp>
        <p:nvSpPr>
          <p:cNvPr id="3" name="Google Shape;1580;p49">
            <a:extLst>
              <a:ext uri="{FF2B5EF4-FFF2-40B4-BE49-F238E27FC236}">
                <a16:creationId xmlns:a16="http://schemas.microsoft.com/office/drawing/2014/main" id="{475EC1A9-85E3-B401-A2AD-A0491E96CB9B}"/>
              </a:ext>
            </a:extLst>
          </p:cNvPr>
          <p:cNvSpPr txBox="1">
            <a:spLocks/>
          </p:cNvSpPr>
          <p:nvPr/>
        </p:nvSpPr>
        <p:spPr>
          <a:xfrm>
            <a:off x="618825" y="989475"/>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endParaRPr lang="en-GB" sz="1800" dirty="0">
              <a:latin typeface="Advent Pro Medium"/>
              <a:ea typeface="Advent Pro Medium"/>
              <a:cs typeface="Advent Pro Medium"/>
              <a:sym typeface="Advent Pro Medium"/>
            </a:endParaRPr>
          </a:p>
          <a:p>
            <a:pPr marL="241300" indent="-215900">
              <a:lnSpc>
                <a:spcPct val="150000"/>
              </a:lnSpc>
              <a:spcBef>
                <a:spcPts val="300"/>
              </a:spcBef>
              <a:buClr>
                <a:schemeClr val="accent2"/>
              </a:buClr>
              <a:buSzPts val="1400"/>
              <a:buFont typeface="Maven Pro"/>
              <a:buChar char="●"/>
            </a:pPr>
            <a:r>
              <a:rPr lang="en-GB" sz="1600" dirty="0">
                <a:uFill>
                  <a:noFill/>
                </a:uFill>
              </a:rPr>
              <a:t>Random Forest</a:t>
            </a:r>
          </a:p>
          <a:p>
            <a:pPr marL="241300" indent="-215900">
              <a:lnSpc>
                <a:spcPct val="150000"/>
              </a:lnSpc>
              <a:spcBef>
                <a:spcPts val="300"/>
              </a:spcBef>
              <a:buClr>
                <a:schemeClr val="accent2"/>
              </a:buClr>
              <a:buSzPts val="1400"/>
              <a:buFont typeface="Maven Pro"/>
              <a:buChar char="●"/>
            </a:pPr>
            <a:r>
              <a:rPr lang="en-GB" sz="1600" dirty="0">
                <a:uFill>
                  <a:noFill/>
                </a:uFill>
              </a:rPr>
              <a:t>Logistic Regression</a:t>
            </a:r>
          </a:p>
          <a:p>
            <a:pPr marL="241300" indent="-215900">
              <a:lnSpc>
                <a:spcPct val="150000"/>
              </a:lnSpc>
              <a:spcBef>
                <a:spcPts val="300"/>
              </a:spcBef>
              <a:buClr>
                <a:schemeClr val="accent2"/>
              </a:buClr>
              <a:buSzPts val="1400"/>
              <a:buFont typeface="Maven Pro"/>
              <a:buChar char="●"/>
            </a:pPr>
            <a:r>
              <a:rPr lang="en-GB" sz="1600" dirty="0">
                <a:uFill>
                  <a:noFill/>
                </a:uFill>
              </a:rPr>
              <a:t>K-Nearest </a:t>
            </a:r>
            <a:r>
              <a:rPr lang="en-GB" sz="1600" dirty="0" err="1">
                <a:uFill>
                  <a:noFill/>
                </a:uFill>
              </a:rPr>
              <a:t>Neighbors</a:t>
            </a:r>
            <a:r>
              <a:rPr lang="en-GB" sz="1600" dirty="0">
                <a:uFill>
                  <a:noFill/>
                </a:uFill>
              </a:rPr>
              <a:t> (KNN)</a:t>
            </a:r>
            <a:endParaRPr lang="en-GB" sz="1600" dirty="0"/>
          </a:p>
          <a:p>
            <a:pPr marL="241300" indent="-215900">
              <a:lnSpc>
                <a:spcPct val="150000"/>
              </a:lnSpc>
              <a:spcBef>
                <a:spcPts val="300"/>
              </a:spcBef>
              <a:buClr>
                <a:schemeClr val="accent2"/>
              </a:buClr>
              <a:buSzPts val="1400"/>
              <a:buFont typeface="Maven Pro"/>
              <a:buChar char="●"/>
            </a:pPr>
            <a:r>
              <a:rPr lang="en-GB" sz="1600" dirty="0"/>
              <a:t>Adaptive Boosting (AdaBoost)</a:t>
            </a:r>
          </a:p>
          <a:p>
            <a:pPr marL="241300" indent="-215900">
              <a:lnSpc>
                <a:spcPct val="150000"/>
              </a:lnSpc>
              <a:spcBef>
                <a:spcPts val="300"/>
              </a:spcBef>
              <a:buClr>
                <a:schemeClr val="accent2"/>
              </a:buClr>
              <a:buSzPts val="1400"/>
              <a:buFont typeface="Maven Pro"/>
              <a:buChar char="●"/>
            </a:pPr>
            <a:r>
              <a:rPr lang="en-GB" sz="1600" dirty="0">
                <a:uFill>
                  <a:noFill/>
                </a:uFill>
              </a:rPr>
              <a:t>Neural Network</a:t>
            </a:r>
          </a:p>
          <a:p>
            <a:pPr marL="25400" indent="0">
              <a:lnSpc>
                <a:spcPct val="150000"/>
              </a:lnSpc>
              <a:spcBef>
                <a:spcPts val="300"/>
              </a:spcBef>
              <a:buClr>
                <a:schemeClr val="accent2"/>
              </a:buClr>
              <a:buSzPts val="1400"/>
            </a:pPr>
            <a:endParaRPr lang="en-GB" sz="1600" dirty="0"/>
          </a:p>
        </p:txBody>
      </p:sp>
      <p:sp>
        <p:nvSpPr>
          <p:cNvPr id="4" name="Google Shape;480;p27">
            <a:extLst>
              <a:ext uri="{FF2B5EF4-FFF2-40B4-BE49-F238E27FC236}">
                <a16:creationId xmlns:a16="http://schemas.microsoft.com/office/drawing/2014/main" id="{CB9FB2F0-80AA-DFAD-04AF-5C0E39D8691D}"/>
              </a:ext>
            </a:extLst>
          </p:cNvPr>
          <p:cNvSpPr txBox="1">
            <a:spLocks/>
          </p:cNvSpPr>
          <p:nvPr/>
        </p:nvSpPr>
        <p:spPr>
          <a:xfrm>
            <a:off x="3840605" y="739764"/>
            <a:ext cx="4402281" cy="38377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en-GB" dirty="0"/>
              <a:t>Hyperparameter tuning</a:t>
            </a:r>
          </a:p>
        </p:txBody>
      </p:sp>
      <p:sp>
        <p:nvSpPr>
          <p:cNvPr id="5" name="Google Shape;1580;p49">
            <a:extLst>
              <a:ext uri="{FF2B5EF4-FFF2-40B4-BE49-F238E27FC236}">
                <a16:creationId xmlns:a16="http://schemas.microsoft.com/office/drawing/2014/main" id="{5F1593CE-C344-8111-2D9D-55C58ECD9EBA}"/>
              </a:ext>
            </a:extLst>
          </p:cNvPr>
          <p:cNvSpPr txBox="1">
            <a:spLocks/>
          </p:cNvSpPr>
          <p:nvPr/>
        </p:nvSpPr>
        <p:spPr>
          <a:xfrm>
            <a:off x="3744685" y="1255047"/>
            <a:ext cx="5063888" cy="16919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241300" indent="-215900">
              <a:lnSpc>
                <a:spcPct val="150000"/>
              </a:lnSpc>
              <a:spcBef>
                <a:spcPts val="300"/>
              </a:spcBef>
              <a:buClr>
                <a:schemeClr val="accent2"/>
              </a:buClr>
              <a:buSzPts val="1400"/>
              <a:buFont typeface="Maven Pro"/>
              <a:buChar char="●"/>
            </a:pPr>
            <a:r>
              <a:rPr lang="en-GB" sz="1600" dirty="0"/>
              <a:t>Finding the best combination of parameters to achieve the maximum performance of the models</a:t>
            </a:r>
          </a:p>
          <a:p>
            <a:pPr marL="241300" indent="-215900">
              <a:lnSpc>
                <a:spcPct val="150000"/>
              </a:lnSpc>
              <a:spcBef>
                <a:spcPts val="300"/>
              </a:spcBef>
              <a:buClr>
                <a:schemeClr val="accent2"/>
              </a:buClr>
              <a:buSzPts val="1400"/>
              <a:buFont typeface="Maven Pro"/>
              <a:buChar char="●"/>
            </a:pPr>
            <a:r>
              <a:rPr lang="en-GB" sz="1600" dirty="0"/>
              <a:t>E.g. What should be the number of trees in a random forest or number of layers in neural network?</a:t>
            </a:r>
          </a:p>
          <a:p>
            <a:pPr marL="241300" indent="-215900">
              <a:lnSpc>
                <a:spcPct val="150000"/>
              </a:lnSpc>
              <a:spcBef>
                <a:spcPts val="300"/>
              </a:spcBef>
              <a:buClr>
                <a:schemeClr val="accent2"/>
              </a:buClr>
              <a:buSzPts val="1400"/>
              <a:buFont typeface="Maven Pro"/>
              <a:buChar char="●"/>
            </a:pPr>
            <a:r>
              <a:rPr lang="en-GB" sz="1600" dirty="0" err="1">
                <a:uFill>
                  <a:noFill/>
                </a:uFill>
              </a:rPr>
              <a:t>GridSearch</a:t>
            </a:r>
            <a:r>
              <a:rPr lang="en-GB" sz="1600" dirty="0">
                <a:uFill>
                  <a:noFill/>
                </a:uFill>
              </a:rPr>
              <a:t>  - build model for each combination of parameters, evaluating each model and selecting the architecture which produces the best results</a:t>
            </a:r>
            <a:endParaRPr lang="en-GB" sz="1600" dirty="0"/>
          </a:p>
        </p:txBody>
      </p:sp>
    </p:spTree>
    <p:extLst>
      <p:ext uri="{BB962C8B-B14F-4D97-AF65-F5344CB8AC3E}">
        <p14:creationId xmlns:p14="http://schemas.microsoft.com/office/powerpoint/2010/main" val="2515304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5950" y="65551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cs-CZ" dirty="0" err="1"/>
              <a:t>Metrics</a:t>
            </a:r>
            <a:r>
              <a:rPr lang="en-US" dirty="0"/>
              <a:t> Used for Model Evaluation</a:t>
            </a:r>
            <a:endParaRPr dirty="0"/>
          </a:p>
        </p:txBody>
      </p:sp>
      <p:sp>
        <p:nvSpPr>
          <p:cNvPr id="3" name="Rectangle 1">
            <a:extLst>
              <a:ext uri="{FF2B5EF4-FFF2-40B4-BE49-F238E27FC236}">
                <a16:creationId xmlns:a16="http://schemas.microsoft.com/office/drawing/2014/main" id="{4A12FEDE-D977-A7BF-A5DF-E2E3E40BAE33}"/>
              </a:ext>
            </a:extLst>
          </p:cNvPr>
          <p:cNvSpPr>
            <a:spLocks noChangeArrowheads="1"/>
          </p:cNvSpPr>
          <p:nvPr/>
        </p:nvSpPr>
        <p:spPr bwMode="auto">
          <a:xfrm>
            <a:off x="311150" y="94996000"/>
            <a:ext cx="67754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CZ" altLang="en-CZ" sz="900" b="0" i="0" u="none" strike="noStrike" cap="none" normalizeH="0" baseline="0">
                <a:ln>
                  <a:noFill/>
                </a:ln>
                <a:solidFill>
                  <a:srgbClr val="CCCCCC"/>
                </a:solidFill>
                <a:effectLst/>
                <a:latin typeface="var(--notebook-cell-output-font-family)"/>
              </a:rPr>
            </a:br>
            <a:r>
              <a:rPr kumimoji="0" lang="en-CZ" altLang="en-CZ" sz="900" b="0" i="0" u="none" strike="noStrike" cap="none" normalizeH="0" baseline="0">
                <a:ln>
                  <a:noFill/>
                </a:ln>
                <a:solidFill>
                  <a:srgbClr val="CCCCCC"/>
                </a:solidFill>
                <a:effectLst/>
                <a:latin typeface="var(--notebook-cell-output-font-family)"/>
              </a:rPr>
              <a:t>Random Forest Metrics: F1 Score: 0.6719242902208201 AUC-ROC: 0.7489855954554676 AUC-PR: 0.6551377546732486 Accuracy: 0.6985507246376812 y_scores: [0.58219598 0.54469183 0.61534236 0.59178956 0.50890778 0.34073552 0.26602721 0.44834981 0.64927771 0.26851645 0.48489057 0.59838066 0.57596129 0.24047291 0.59290651 0.24047291 0.46962086 0.60597088 0.46453449 0.48580554 0.60281405 0.4833163 0.47888487 0.59838066 0.32669989 0.5994976 0.4833163 0.59838066 0.26851645 0.46634309 0.39725143 0.58548054 0.47021014 0.3161592 0.59415528 0.26851645 0.6296649 0.59838066 0.27170937 0.24832528 0.24862618 0.61678736 0.27419861 0.30886523 0.60517976 0.59838066 0.59838066 0.60623303 0.49788329 0.26851645 0.22932686 0.3161592 0.40421854 0.60372299 0.59858867 0.34702373 0.57888945 0.2805942 0.5779706 0.3569202 0.58756418 0.48169861 0.49003092 0.59838066 0.59415528 0.22732806 0.59415528 0.5732138 0.25430182 0.23624753 0.24256284 0.47918857 0.46069088 0.5994976 0.3569202 0.60940515 0.24678822 0.50322562 0.59415528 0.26602721 0.20206806 0.19505914 0.4833163 0.59415528 0.17833759 0.60623303 0.58548054 0.32038458 0.56238357 0.49003092 0.23220393 0.49114786 0.60372299 0.59415528 0.30318959 0.59838066 0.48517753 0.24862618 0.22932686 0.55410096 0.59838066 0.47287004 0.58219598 0.6296649 0.57888945 0.48169861 0.21635726 0.5779706 0.34073552 0.59838066 0.48580554 0.48580554 0.3161592 0.25430182</a:t>
            </a:r>
          </a:p>
          <a:p>
            <a:pPr marL="0" marR="0" lvl="0" indent="0" algn="l" defTabSz="914400" rtl="0" eaLnBrk="0" fontAlgn="base" latinLnBrk="0" hangingPunct="0">
              <a:lnSpc>
                <a:spcPct val="100000"/>
              </a:lnSpc>
              <a:spcBef>
                <a:spcPct val="0"/>
              </a:spcBef>
              <a:spcAft>
                <a:spcPct val="0"/>
              </a:spcAft>
              <a:buClrTx/>
              <a:buSzTx/>
              <a:buFontTx/>
              <a:buNone/>
              <a:tabLst/>
            </a:pPr>
            <a:r>
              <a:rPr kumimoji="0" lang="en-CZ" altLang="en-CZ" sz="900" b="0" i="0" u="none" strike="noStrike" cap="none" normalizeH="0" baseline="0">
                <a:ln>
                  <a:noFill/>
                </a:ln>
                <a:solidFill>
                  <a:srgbClr val="CCCCCC"/>
                </a:solidFill>
                <a:effectLst/>
                <a:latin typeface="var(--notebook-cell-output-font-family)"/>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CZ" altLang="en-CZ" sz="900" b="0" i="0" u="none" strike="noStrike" cap="none" normalizeH="0" baseline="0">
                <a:ln>
                  <a:noFill/>
                </a:ln>
                <a:solidFill>
                  <a:srgbClr val="CCCCCC"/>
                </a:solidFill>
                <a:effectLst/>
                <a:latin typeface="var(--notebook-cell-output-font-family)"/>
              </a:rPr>
              <a:t>[0.67381555] [0.72699296] [0.451205 ] [0.44824973]]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CZ" altLang="en-CZ" sz="900" b="0" i="1" u="none" strike="noStrike" cap="none" normalizeH="0" baseline="0">
                <a:ln>
                  <a:noFill/>
                </a:ln>
                <a:solidFill>
                  <a:srgbClr val="CCCCCC"/>
                </a:solidFill>
                <a:effectLst/>
                <a:latin typeface="var(--theme-font-family)"/>
              </a:rPr>
              <a:t>Output is truncated. View as a </a:t>
            </a:r>
            <a:r>
              <a:rPr kumimoji="0" lang="en-CZ" altLang="en-CZ" sz="900" b="0" i="1" u="none" strike="noStrike" cap="none" normalizeH="0" baseline="0">
                <a:ln>
                  <a:noFill/>
                </a:ln>
                <a:solidFill>
                  <a:srgbClr val="CCCCCC"/>
                </a:solidFill>
                <a:effectLst/>
                <a:latin typeface="var(--theme-font-family)"/>
                <a:hlinkClick r:id="rId3"/>
              </a:rPr>
              <a:t>scrollable element</a:t>
            </a:r>
            <a:r>
              <a:rPr kumimoji="0" lang="en-CZ" altLang="en-CZ" sz="900" b="0" i="1" u="none" strike="noStrike" cap="none" normalizeH="0" baseline="0">
                <a:ln>
                  <a:noFill/>
                </a:ln>
                <a:solidFill>
                  <a:srgbClr val="CCCCCC"/>
                </a:solidFill>
                <a:effectLst/>
                <a:latin typeface="var(--theme-font-family)"/>
              </a:rPr>
              <a:t> or open in a </a:t>
            </a:r>
            <a:r>
              <a:rPr kumimoji="0" lang="en-CZ" altLang="en-CZ" sz="900" b="0" i="1" u="none" strike="noStrike" cap="none" normalizeH="0" baseline="0">
                <a:ln>
                  <a:noFill/>
                </a:ln>
                <a:solidFill>
                  <a:srgbClr val="CCCCCC"/>
                </a:solidFill>
                <a:effectLst/>
                <a:latin typeface="var(--theme-font-family)"/>
                <a:hlinkClick r:id="rId4"/>
              </a:rPr>
              <a:t>text editor</a:t>
            </a:r>
            <a:r>
              <a:rPr kumimoji="0" lang="en-CZ" altLang="en-CZ" sz="900" b="0" i="1" u="none" strike="noStrike" cap="none" normalizeH="0" baseline="0">
                <a:ln>
                  <a:noFill/>
                </a:ln>
                <a:solidFill>
                  <a:srgbClr val="CCCCCC"/>
                </a:solidFill>
                <a:effectLst/>
                <a:latin typeface="var(--theme-font-family)"/>
              </a:rPr>
              <a:t>. Adjust cell output </a:t>
            </a:r>
            <a:r>
              <a:rPr kumimoji="0" lang="en-CZ" altLang="en-CZ" sz="900" b="0" i="1" u="none" strike="noStrike" cap="none" normalizeH="0" baseline="0">
                <a:ln>
                  <a:noFill/>
                </a:ln>
                <a:solidFill>
                  <a:srgbClr val="CCCCCC"/>
                </a:solidFill>
                <a:effectLst/>
                <a:latin typeface="var(--theme-font-family)"/>
                <a:hlinkClick r:id="rId5"/>
              </a:rPr>
              <a:t>settings</a:t>
            </a:r>
            <a:r>
              <a:rPr kumimoji="0" lang="en-CZ" altLang="en-CZ" sz="900" b="0" i="1" u="none" strike="noStrike" cap="none" normalizeH="0" baseline="0">
                <a:ln>
                  <a:noFill/>
                </a:ln>
                <a:solidFill>
                  <a:srgbClr val="CCCCCC"/>
                </a:solidFill>
                <a:effectLst/>
                <a:latin typeface="var(--theme-font-family)"/>
              </a:rPr>
              <a:t>...</a:t>
            </a:r>
            <a:endParaRPr kumimoji="0" lang="en-CZ" altLang="en-CZ"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Z" altLang="en-CZ" sz="1800" b="0" i="0" u="none" strike="noStrike" cap="none" normalizeH="0" baseline="0">
              <a:ln>
                <a:noFill/>
              </a:ln>
              <a:solidFill>
                <a:schemeClr val="tx1"/>
              </a:solidFill>
              <a:effectLst/>
              <a:latin typeface="Arial" panose="020B0604020202020204" pitchFamily="34" charset="0"/>
            </a:endParaRPr>
          </a:p>
        </p:txBody>
      </p:sp>
      <p:sp>
        <p:nvSpPr>
          <p:cNvPr id="4" name="AutoShape 2">
            <a:extLst>
              <a:ext uri="{FF2B5EF4-FFF2-40B4-BE49-F238E27FC236}">
                <a16:creationId xmlns:a16="http://schemas.microsoft.com/office/drawing/2014/main" id="{6E52F76C-2F3D-6B0D-E958-37080C771C2E}"/>
              </a:ext>
            </a:extLst>
          </p:cNvPr>
          <p:cNvSpPr>
            <a:spLocks noChangeAspect="1" noChangeArrowheads="1"/>
          </p:cNvSpPr>
          <p:nvPr/>
        </p:nvSpPr>
        <p:spPr bwMode="auto">
          <a:xfrm>
            <a:off x="311150" y="20304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Z"/>
          </a:p>
        </p:txBody>
      </p:sp>
      <p:sp>
        <p:nvSpPr>
          <p:cNvPr id="5" name="AutoShape 3">
            <a:extLst>
              <a:ext uri="{FF2B5EF4-FFF2-40B4-BE49-F238E27FC236}">
                <a16:creationId xmlns:a16="http://schemas.microsoft.com/office/drawing/2014/main" id="{CC333A1E-6717-EBAB-FF1F-257E91EB6502}"/>
              </a:ext>
            </a:extLst>
          </p:cNvPr>
          <p:cNvSpPr>
            <a:spLocks noChangeAspect="1" noChangeArrowheads="1"/>
          </p:cNvSpPr>
          <p:nvPr/>
        </p:nvSpPr>
        <p:spPr bwMode="auto">
          <a:xfrm>
            <a:off x="311150" y="20304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Z"/>
          </a:p>
        </p:txBody>
      </p:sp>
      <p:graphicFrame>
        <p:nvGraphicFramePr>
          <p:cNvPr id="10" name="Table 9">
            <a:extLst>
              <a:ext uri="{FF2B5EF4-FFF2-40B4-BE49-F238E27FC236}">
                <a16:creationId xmlns:a16="http://schemas.microsoft.com/office/drawing/2014/main" id="{53EE342D-2692-7D35-C728-B8B0D66AE9B5}"/>
              </a:ext>
            </a:extLst>
          </p:cNvPr>
          <p:cNvGraphicFramePr>
            <a:graphicFrameLocks noGrp="1"/>
          </p:cNvGraphicFramePr>
          <p:nvPr>
            <p:extLst>
              <p:ext uri="{D42A27DB-BD31-4B8C-83A1-F6EECF244321}">
                <p14:modId xmlns:p14="http://schemas.microsoft.com/office/powerpoint/2010/main" val="3126989063"/>
              </p:ext>
            </p:extLst>
          </p:nvPr>
        </p:nvGraphicFramePr>
        <p:xfrm>
          <a:off x="311151" y="1916748"/>
          <a:ext cx="8521698" cy="1783080"/>
        </p:xfrm>
        <a:graphic>
          <a:graphicData uri="http://schemas.openxmlformats.org/drawingml/2006/table">
            <a:tbl>
              <a:tblPr>
                <a:tableStyleId>{073A0DAA-6AF3-43AB-8588-CEC1D06C72B9}</a:tableStyleId>
              </a:tblPr>
              <a:tblGrid>
                <a:gridCol w="1420283">
                  <a:extLst>
                    <a:ext uri="{9D8B030D-6E8A-4147-A177-3AD203B41FA5}">
                      <a16:colId xmlns:a16="http://schemas.microsoft.com/office/drawing/2014/main" val="318206040"/>
                    </a:ext>
                  </a:extLst>
                </a:gridCol>
                <a:gridCol w="1420283">
                  <a:extLst>
                    <a:ext uri="{9D8B030D-6E8A-4147-A177-3AD203B41FA5}">
                      <a16:colId xmlns:a16="http://schemas.microsoft.com/office/drawing/2014/main" val="1503611767"/>
                    </a:ext>
                  </a:extLst>
                </a:gridCol>
                <a:gridCol w="1420283">
                  <a:extLst>
                    <a:ext uri="{9D8B030D-6E8A-4147-A177-3AD203B41FA5}">
                      <a16:colId xmlns:a16="http://schemas.microsoft.com/office/drawing/2014/main" val="2740221271"/>
                    </a:ext>
                  </a:extLst>
                </a:gridCol>
                <a:gridCol w="1420283">
                  <a:extLst>
                    <a:ext uri="{9D8B030D-6E8A-4147-A177-3AD203B41FA5}">
                      <a16:colId xmlns:a16="http://schemas.microsoft.com/office/drawing/2014/main" val="346454149"/>
                    </a:ext>
                  </a:extLst>
                </a:gridCol>
                <a:gridCol w="1420283">
                  <a:extLst>
                    <a:ext uri="{9D8B030D-6E8A-4147-A177-3AD203B41FA5}">
                      <a16:colId xmlns:a16="http://schemas.microsoft.com/office/drawing/2014/main" val="3052844018"/>
                    </a:ext>
                  </a:extLst>
                </a:gridCol>
                <a:gridCol w="1420283">
                  <a:extLst>
                    <a:ext uri="{9D8B030D-6E8A-4147-A177-3AD203B41FA5}">
                      <a16:colId xmlns:a16="http://schemas.microsoft.com/office/drawing/2014/main" val="2881260811"/>
                    </a:ext>
                  </a:extLst>
                </a:gridCol>
              </a:tblGrid>
              <a:tr h="0">
                <a:tc>
                  <a:txBody>
                    <a:bodyPr/>
                    <a:lstStyle/>
                    <a:p>
                      <a:pPr algn="r" fontAlgn="ctr"/>
                      <a:endParaRPr lang="en-CZ" dirty="0">
                        <a:ln>
                          <a:noFill/>
                        </a:ln>
                        <a:solidFill>
                          <a:schemeClr val="bg2"/>
                        </a:solidFill>
                        <a:effectLst/>
                      </a:endParaRPr>
                    </a:p>
                  </a:txBody>
                  <a:tcPr marL="76200" marR="76200" marT="38100" marB="38100" anchor="ctr"/>
                </a:tc>
                <a:tc>
                  <a:txBody>
                    <a:bodyPr/>
                    <a:lstStyle/>
                    <a:p>
                      <a:pPr algn="ctr" fontAlgn="ctr"/>
                      <a:r>
                        <a:rPr lang="en-GB" dirty="0">
                          <a:ln>
                            <a:noFill/>
                          </a:ln>
                          <a:solidFill>
                            <a:schemeClr val="bg2"/>
                          </a:solidFill>
                          <a:effectLst/>
                        </a:rPr>
                        <a:t>Random Forest</a:t>
                      </a:r>
                    </a:p>
                  </a:txBody>
                  <a:tcPr marL="76200" marR="76200" marT="38100" marB="38100" anchor="ctr"/>
                </a:tc>
                <a:tc>
                  <a:txBody>
                    <a:bodyPr/>
                    <a:lstStyle/>
                    <a:p>
                      <a:pPr algn="ctr" fontAlgn="ctr"/>
                      <a:r>
                        <a:rPr lang="en-GB" dirty="0">
                          <a:ln>
                            <a:noFill/>
                          </a:ln>
                          <a:solidFill>
                            <a:schemeClr val="bg2"/>
                          </a:solidFill>
                          <a:effectLst/>
                        </a:rPr>
                        <a:t>Logistic Regression</a:t>
                      </a:r>
                    </a:p>
                  </a:txBody>
                  <a:tcPr marL="76200" marR="76200" marT="38100" marB="38100" anchor="ctr"/>
                </a:tc>
                <a:tc>
                  <a:txBody>
                    <a:bodyPr/>
                    <a:lstStyle/>
                    <a:p>
                      <a:pPr algn="ctr" fontAlgn="ctr"/>
                      <a:r>
                        <a:rPr lang="en-GB" dirty="0">
                          <a:ln>
                            <a:noFill/>
                          </a:ln>
                          <a:solidFill>
                            <a:schemeClr val="bg2"/>
                          </a:solidFill>
                          <a:effectLst/>
                        </a:rPr>
                        <a:t>KNN</a:t>
                      </a:r>
                    </a:p>
                  </a:txBody>
                  <a:tcPr marL="76200" marR="76200" marT="38100" marB="38100" anchor="ctr"/>
                </a:tc>
                <a:tc>
                  <a:txBody>
                    <a:bodyPr/>
                    <a:lstStyle/>
                    <a:p>
                      <a:pPr algn="ctr" fontAlgn="ctr"/>
                      <a:r>
                        <a:rPr lang="en-GB">
                          <a:ln>
                            <a:noFill/>
                          </a:ln>
                          <a:solidFill>
                            <a:schemeClr val="bg2"/>
                          </a:solidFill>
                          <a:effectLst/>
                        </a:rPr>
                        <a:t>Adaboost</a:t>
                      </a:r>
                    </a:p>
                  </a:txBody>
                  <a:tcPr marL="76200" marR="76200" marT="38100" marB="38100" anchor="ctr"/>
                </a:tc>
                <a:tc>
                  <a:txBody>
                    <a:bodyPr/>
                    <a:lstStyle/>
                    <a:p>
                      <a:pPr algn="ctr" fontAlgn="ctr"/>
                      <a:r>
                        <a:rPr lang="en-GB" dirty="0">
                          <a:ln>
                            <a:noFill/>
                          </a:ln>
                          <a:solidFill>
                            <a:schemeClr val="bg2"/>
                          </a:solidFill>
                          <a:effectLst/>
                        </a:rPr>
                        <a:t>Neural network</a:t>
                      </a:r>
                    </a:p>
                  </a:txBody>
                  <a:tcPr marL="76200" marR="76200" marT="38100" marB="38100" anchor="ctr"/>
                </a:tc>
                <a:extLst>
                  <a:ext uri="{0D108BD9-81ED-4DB2-BD59-A6C34878D82A}">
                    <a16:rowId xmlns:a16="http://schemas.microsoft.com/office/drawing/2014/main" val="3823325743"/>
                  </a:ext>
                </a:extLst>
              </a:tr>
              <a:tr h="0">
                <a:tc>
                  <a:txBody>
                    <a:bodyPr/>
                    <a:lstStyle/>
                    <a:p>
                      <a:pPr algn="r" fontAlgn="ctr"/>
                      <a:r>
                        <a:rPr lang="en-GB" b="0" dirty="0">
                          <a:ln>
                            <a:noFill/>
                          </a:ln>
                          <a:solidFill>
                            <a:schemeClr val="bg2"/>
                          </a:solidFill>
                          <a:effectLst/>
                        </a:rPr>
                        <a:t>F1 Score</a:t>
                      </a:r>
                    </a:p>
                  </a:txBody>
                  <a:tcPr marL="76200" marR="76200" marT="38100" marB="38100" anchor="ctr"/>
                </a:tc>
                <a:tc>
                  <a:txBody>
                    <a:bodyPr/>
                    <a:lstStyle/>
                    <a:p>
                      <a:pPr algn="ctr"/>
                      <a:r>
                        <a:rPr lang="en-CZ" dirty="0">
                          <a:ln>
                            <a:noFill/>
                          </a:ln>
                          <a:solidFill>
                            <a:schemeClr val="bg2"/>
                          </a:solidFill>
                          <a:effectLst/>
                        </a:rPr>
                        <a:t>0.672</a:t>
                      </a:r>
                    </a:p>
                  </a:txBody>
                  <a:tcPr marL="76200" marR="76200" marT="38100" marB="38100" anchor="ctr"/>
                </a:tc>
                <a:tc>
                  <a:txBody>
                    <a:bodyPr/>
                    <a:lstStyle/>
                    <a:p>
                      <a:pPr algn="ctr"/>
                      <a:r>
                        <a:rPr lang="en-CZ" dirty="0">
                          <a:ln>
                            <a:noFill/>
                          </a:ln>
                          <a:solidFill>
                            <a:schemeClr val="bg2"/>
                          </a:solidFill>
                          <a:effectLst/>
                        </a:rPr>
                        <a:t>0.679</a:t>
                      </a:r>
                    </a:p>
                  </a:txBody>
                  <a:tcPr marL="76200" marR="76200" marT="38100" marB="38100" anchor="ctr"/>
                </a:tc>
                <a:tc>
                  <a:txBody>
                    <a:bodyPr/>
                    <a:lstStyle/>
                    <a:p>
                      <a:pPr algn="ctr"/>
                      <a:r>
                        <a:rPr lang="en-CZ" dirty="0">
                          <a:ln>
                            <a:noFill/>
                          </a:ln>
                          <a:solidFill>
                            <a:schemeClr val="bg2"/>
                          </a:solidFill>
                          <a:effectLst/>
                        </a:rPr>
                        <a:t>0.660</a:t>
                      </a:r>
                    </a:p>
                  </a:txBody>
                  <a:tcPr marL="76200" marR="76200" marT="38100" marB="38100" anchor="ctr"/>
                </a:tc>
                <a:tc>
                  <a:txBody>
                    <a:bodyPr/>
                    <a:lstStyle/>
                    <a:p>
                      <a:pPr algn="ctr"/>
                      <a:r>
                        <a:rPr lang="en-CZ" dirty="0">
                          <a:ln>
                            <a:noFill/>
                          </a:ln>
                          <a:solidFill>
                            <a:schemeClr val="bg2"/>
                          </a:solidFill>
                          <a:effectLst/>
                        </a:rPr>
                        <a:t>0.681</a:t>
                      </a:r>
                    </a:p>
                  </a:txBody>
                  <a:tcPr marL="76200" marR="76200" marT="38100" marB="38100" anchor="ctr"/>
                </a:tc>
                <a:tc>
                  <a:txBody>
                    <a:bodyPr/>
                    <a:lstStyle/>
                    <a:p>
                      <a:pPr algn="ctr"/>
                      <a:r>
                        <a:rPr lang="en-CZ" sz="1600" b="1" dirty="0">
                          <a:ln>
                            <a:noFill/>
                          </a:ln>
                          <a:solidFill>
                            <a:schemeClr val="bg2"/>
                          </a:solidFill>
                          <a:effectLst/>
                        </a:rPr>
                        <a:t>0.693</a:t>
                      </a:r>
                    </a:p>
                  </a:txBody>
                  <a:tcPr marL="76200" marR="76200" marT="38100" marB="38100" anchor="ctr"/>
                </a:tc>
                <a:extLst>
                  <a:ext uri="{0D108BD9-81ED-4DB2-BD59-A6C34878D82A}">
                    <a16:rowId xmlns:a16="http://schemas.microsoft.com/office/drawing/2014/main" val="3908440892"/>
                  </a:ext>
                </a:extLst>
              </a:tr>
              <a:tr h="0">
                <a:tc>
                  <a:txBody>
                    <a:bodyPr/>
                    <a:lstStyle/>
                    <a:p>
                      <a:pPr algn="r" fontAlgn="ctr"/>
                      <a:r>
                        <a:rPr lang="en-GB" b="0" dirty="0">
                          <a:ln>
                            <a:noFill/>
                          </a:ln>
                          <a:solidFill>
                            <a:schemeClr val="bg2"/>
                          </a:solidFill>
                          <a:effectLst/>
                        </a:rPr>
                        <a:t>AUC-ROC</a:t>
                      </a:r>
                    </a:p>
                  </a:txBody>
                  <a:tcPr marL="76200" marR="76200" marT="38100" marB="38100" anchor="ctr"/>
                </a:tc>
                <a:tc>
                  <a:txBody>
                    <a:bodyPr/>
                    <a:lstStyle/>
                    <a:p>
                      <a:pPr algn="ctr"/>
                      <a:r>
                        <a:rPr lang="en-CZ" dirty="0">
                          <a:ln>
                            <a:noFill/>
                          </a:ln>
                          <a:solidFill>
                            <a:schemeClr val="bg2"/>
                          </a:solidFill>
                          <a:effectLst/>
                        </a:rPr>
                        <a:t>0.749</a:t>
                      </a:r>
                    </a:p>
                  </a:txBody>
                  <a:tcPr marL="76200" marR="76200" marT="38100" marB="38100" anchor="ctr"/>
                </a:tc>
                <a:tc>
                  <a:txBody>
                    <a:bodyPr/>
                    <a:lstStyle/>
                    <a:p>
                      <a:pPr algn="ctr"/>
                      <a:r>
                        <a:rPr lang="en-CZ" dirty="0">
                          <a:ln>
                            <a:noFill/>
                          </a:ln>
                          <a:solidFill>
                            <a:schemeClr val="bg2"/>
                          </a:solidFill>
                          <a:effectLst/>
                        </a:rPr>
                        <a:t>0.746</a:t>
                      </a:r>
                    </a:p>
                  </a:txBody>
                  <a:tcPr marL="76200" marR="76200" marT="38100" marB="38100" anchor="ctr"/>
                </a:tc>
                <a:tc>
                  <a:txBody>
                    <a:bodyPr/>
                    <a:lstStyle/>
                    <a:p>
                      <a:pPr algn="ctr"/>
                      <a:r>
                        <a:rPr lang="en-CZ" dirty="0">
                          <a:ln>
                            <a:noFill/>
                          </a:ln>
                          <a:solidFill>
                            <a:schemeClr val="bg2"/>
                          </a:solidFill>
                          <a:effectLst/>
                        </a:rPr>
                        <a:t>0.716</a:t>
                      </a:r>
                    </a:p>
                  </a:txBody>
                  <a:tcPr marL="76200" marR="76200" marT="38100" marB="38100" anchor="ctr"/>
                </a:tc>
                <a:tc>
                  <a:txBody>
                    <a:bodyPr/>
                    <a:lstStyle/>
                    <a:p>
                      <a:pPr algn="ctr"/>
                      <a:r>
                        <a:rPr lang="en-CZ" sz="1600" b="1" dirty="0">
                          <a:ln>
                            <a:noFill/>
                          </a:ln>
                          <a:solidFill>
                            <a:schemeClr val="bg2"/>
                          </a:solidFill>
                          <a:effectLst/>
                        </a:rPr>
                        <a:t>0.760</a:t>
                      </a:r>
                    </a:p>
                  </a:txBody>
                  <a:tcPr marL="76200" marR="76200" marT="38100" marB="38100" anchor="ctr"/>
                </a:tc>
                <a:tc>
                  <a:txBody>
                    <a:bodyPr/>
                    <a:lstStyle/>
                    <a:p>
                      <a:pPr algn="ctr"/>
                      <a:r>
                        <a:rPr lang="en-CZ" dirty="0">
                          <a:ln>
                            <a:noFill/>
                          </a:ln>
                          <a:solidFill>
                            <a:schemeClr val="bg2"/>
                          </a:solidFill>
                          <a:effectLst/>
                        </a:rPr>
                        <a:t>0.751</a:t>
                      </a:r>
                    </a:p>
                  </a:txBody>
                  <a:tcPr marL="76200" marR="76200" marT="38100" marB="38100" anchor="ctr"/>
                </a:tc>
                <a:extLst>
                  <a:ext uri="{0D108BD9-81ED-4DB2-BD59-A6C34878D82A}">
                    <a16:rowId xmlns:a16="http://schemas.microsoft.com/office/drawing/2014/main" val="402250646"/>
                  </a:ext>
                </a:extLst>
              </a:tr>
              <a:tr h="0">
                <a:tc>
                  <a:txBody>
                    <a:bodyPr/>
                    <a:lstStyle/>
                    <a:p>
                      <a:pPr algn="r" fontAlgn="ctr"/>
                      <a:r>
                        <a:rPr lang="en-GB" b="0" dirty="0">
                          <a:ln>
                            <a:noFill/>
                          </a:ln>
                          <a:solidFill>
                            <a:schemeClr val="bg2"/>
                          </a:solidFill>
                          <a:effectLst/>
                        </a:rPr>
                        <a:t>AUC-PR</a:t>
                      </a:r>
                    </a:p>
                  </a:txBody>
                  <a:tcPr marL="76200" marR="76200" marT="38100" marB="38100" anchor="ctr"/>
                </a:tc>
                <a:tc>
                  <a:txBody>
                    <a:bodyPr/>
                    <a:lstStyle/>
                    <a:p>
                      <a:pPr algn="ctr"/>
                      <a:r>
                        <a:rPr lang="en-CZ" dirty="0">
                          <a:ln>
                            <a:noFill/>
                          </a:ln>
                          <a:solidFill>
                            <a:schemeClr val="bg2"/>
                          </a:solidFill>
                          <a:effectLst/>
                        </a:rPr>
                        <a:t>0.655</a:t>
                      </a:r>
                    </a:p>
                  </a:txBody>
                  <a:tcPr marL="76200" marR="76200" marT="38100" marB="38100" anchor="ctr"/>
                </a:tc>
                <a:tc>
                  <a:txBody>
                    <a:bodyPr/>
                    <a:lstStyle/>
                    <a:p>
                      <a:pPr algn="ctr"/>
                      <a:r>
                        <a:rPr lang="en-CZ" dirty="0">
                          <a:ln>
                            <a:noFill/>
                          </a:ln>
                          <a:solidFill>
                            <a:schemeClr val="bg2"/>
                          </a:solidFill>
                          <a:effectLst/>
                        </a:rPr>
                        <a:t>0.646</a:t>
                      </a:r>
                    </a:p>
                  </a:txBody>
                  <a:tcPr marL="76200" marR="76200" marT="38100" marB="38100" anchor="ctr"/>
                </a:tc>
                <a:tc>
                  <a:txBody>
                    <a:bodyPr/>
                    <a:lstStyle/>
                    <a:p>
                      <a:pPr algn="ctr"/>
                      <a:r>
                        <a:rPr lang="en-CZ" dirty="0">
                          <a:ln>
                            <a:noFill/>
                          </a:ln>
                          <a:solidFill>
                            <a:schemeClr val="bg2"/>
                          </a:solidFill>
                          <a:effectLst/>
                        </a:rPr>
                        <a:t>0.610</a:t>
                      </a:r>
                    </a:p>
                  </a:txBody>
                  <a:tcPr marL="76200" marR="76200" marT="38100" marB="38100" anchor="ctr"/>
                </a:tc>
                <a:tc>
                  <a:txBody>
                    <a:bodyPr/>
                    <a:lstStyle/>
                    <a:p>
                      <a:pPr algn="ctr"/>
                      <a:r>
                        <a:rPr lang="en-CZ" sz="1600" b="1" dirty="0">
                          <a:ln>
                            <a:noFill/>
                          </a:ln>
                          <a:solidFill>
                            <a:schemeClr val="bg2"/>
                          </a:solidFill>
                          <a:effectLst/>
                        </a:rPr>
                        <a:t>0.681</a:t>
                      </a:r>
                    </a:p>
                  </a:txBody>
                  <a:tcPr marL="76200" marR="76200" marT="38100" marB="38100" anchor="ctr"/>
                </a:tc>
                <a:tc>
                  <a:txBody>
                    <a:bodyPr/>
                    <a:lstStyle/>
                    <a:p>
                      <a:pPr algn="ctr"/>
                      <a:r>
                        <a:rPr lang="en-CZ" dirty="0">
                          <a:ln>
                            <a:noFill/>
                          </a:ln>
                          <a:solidFill>
                            <a:schemeClr val="bg2"/>
                          </a:solidFill>
                          <a:effectLst/>
                        </a:rPr>
                        <a:t>0.642</a:t>
                      </a:r>
                    </a:p>
                  </a:txBody>
                  <a:tcPr marL="76200" marR="76200" marT="38100" marB="38100" anchor="ctr"/>
                </a:tc>
                <a:extLst>
                  <a:ext uri="{0D108BD9-81ED-4DB2-BD59-A6C34878D82A}">
                    <a16:rowId xmlns:a16="http://schemas.microsoft.com/office/drawing/2014/main" val="2380880268"/>
                  </a:ext>
                </a:extLst>
              </a:tr>
              <a:tr h="0">
                <a:tc>
                  <a:txBody>
                    <a:bodyPr/>
                    <a:lstStyle/>
                    <a:p>
                      <a:pPr algn="r" fontAlgn="ctr"/>
                      <a:r>
                        <a:rPr lang="en-GB" b="0" dirty="0">
                          <a:ln>
                            <a:noFill/>
                          </a:ln>
                          <a:solidFill>
                            <a:schemeClr val="bg2"/>
                          </a:solidFill>
                          <a:effectLst/>
                        </a:rPr>
                        <a:t>Accuracy</a:t>
                      </a:r>
                    </a:p>
                  </a:txBody>
                  <a:tcPr marL="76200" marR="76200" marT="38100" marB="38100" anchor="ctr"/>
                </a:tc>
                <a:tc>
                  <a:txBody>
                    <a:bodyPr/>
                    <a:lstStyle/>
                    <a:p>
                      <a:pPr algn="ctr"/>
                      <a:r>
                        <a:rPr lang="en-CZ">
                          <a:ln>
                            <a:noFill/>
                          </a:ln>
                          <a:solidFill>
                            <a:schemeClr val="bg2"/>
                          </a:solidFill>
                          <a:effectLst/>
                        </a:rPr>
                        <a:t>0.699</a:t>
                      </a:r>
                    </a:p>
                  </a:txBody>
                  <a:tcPr marL="76200" marR="76200" marT="38100" marB="38100" anchor="ctr"/>
                </a:tc>
                <a:tc>
                  <a:txBody>
                    <a:bodyPr/>
                    <a:lstStyle/>
                    <a:p>
                      <a:pPr algn="ctr"/>
                      <a:r>
                        <a:rPr lang="en-CZ" sz="1600" b="1" dirty="0">
                          <a:ln>
                            <a:noFill/>
                          </a:ln>
                          <a:solidFill>
                            <a:schemeClr val="bg2"/>
                          </a:solidFill>
                          <a:effectLst/>
                        </a:rPr>
                        <a:t>0.700</a:t>
                      </a:r>
                    </a:p>
                  </a:txBody>
                  <a:tcPr marL="76200" marR="76200" marT="38100" marB="38100" anchor="ctr"/>
                </a:tc>
                <a:tc>
                  <a:txBody>
                    <a:bodyPr/>
                    <a:lstStyle/>
                    <a:p>
                      <a:pPr algn="ctr"/>
                      <a:r>
                        <a:rPr lang="en-CZ" dirty="0">
                          <a:ln>
                            <a:noFill/>
                          </a:ln>
                          <a:solidFill>
                            <a:schemeClr val="bg2"/>
                          </a:solidFill>
                          <a:effectLst/>
                        </a:rPr>
                        <a:t>0.670</a:t>
                      </a:r>
                    </a:p>
                  </a:txBody>
                  <a:tcPr marL="76200" marR="76200" marT="38100" marB="38100" anchor="ctr"/>
                </a:tc>
                <a:tc>
                  <a:txBody>
                    <a:bodyPr/>
                    <a:lstStyle/>
                    <a:p>
                      <a:pPr algn="ctr"/>
                      <a:r>
                        <a:rPr lang="en-CZ" dirty="0">
                          <a:ln>
                            <a:noFill/>
                          </a:ln>
                          <a:solidFill>
                            <a:schemeClr val="bg2"/>
                          </a:solidFill>
                          <a:effectLst/>
                        </a:rPr>
                        <a:t>0.699</a:t>
                      </a:r>
                    </a:p>
                  </a:txBody>
                  <a:tcPr marL="76200" marR="76200" marT="38100" marB="38100" anchor="ctr"/>
                </a:tc>
                <a:tc>
                  <a:txBody>
                    <a:bodyPr/>
                    <a:lstStyle/>
                    <a:p>
                      <a:pPr algn="ctr"/>
                      <a:r>
                        <a:rPr lang="en-CZ" dirty="0">
                          <a:ln>
                            <a:noFill/>
                          </a:ln>
                          <a:solidFill>
                            <a:schemeClr val="bg2"/>
                          </a:solidFill>
                          <a:effectLst/>
                        </a:rPr>
                        <a:t>0.696</a:t>
                      </a:r>
                    </a:p>
                  </a:txBody>
                  <a:tcPr marL="76200" marR="76200" marT="38100" marB="38100" anchor="ctr"/>
                </a:tc>
                <a:extLst>
                  <a:ext uri="{0D108BD9-81ED-4DB2-BD59-A6C34878D82A}">
                    <a16:rowId xmlns:a16="http://schemas.microsoft.com/office/drawing/2014/main" val="2907858305"/>
                  </a:ext>
                </a:extLst>
              </a:tr>
            </a:tbl>
          </a:graphicData>
        </a:graphic>
      </p:graphicFrame>
    </p:spTree>
    <p:extLst>
      <p:ext uri="{BB962C8B-B14F-4D97-AF65-F5344CB8AC3E}">
        <p14:creationId xmlns:p14="http://schemas.microsoft.com/office/powerpoint/2010/main" val="181921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03957" y="203982"/>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ROC Curve</a:t>
            </a:r>
            <a:endParaRPr dirty="0"/>
          </a:p>
        </p:txBody>
      </p:sp>
      <p:pic>
        <p:nvPicPr>
          <p:cNvPr id="7" name="Picture 6" descr="A graph of a curve&#10;&#10;Description automatically generated with medium confidence">
            <a:extLst>
              <a:ext uri="{FF2B5EF4-FFF2-40B4-BE49-F238E27FC236}">
                <a16:creationId xmlns:a16="http://schemas.microsoft.com/office/drawing/2014/main" id="{E9266B94-E063-AB11-B92F-9DDB0A8429D3}"/>
              </a:ext>
            </a:extLst>
          </p:cNvPr>
          <p:cNvPicPr>
            <a:picLocks noChangeAspect="1"/>
          </p:cNvPicPr>
          <p:nvPr/>
        </p:nvPicPr>
        <p:blipFill>
          <a:blip r:embed="rId3"/>
          <a:stretch>
            <a:fillRect/>
          </a:stretch>
        </p:blipFill>
        <p:spPr>
          <a:xfrm>
            <a:off x="735780" y="698024"/>
            <a:ext cx="6571985" cy="4241494"/>
          </a:xfrm>
          <a:prstGeom prst="rect">
            <a:avLst/>
          </a:prstGeom>
        </p:spPr>
      </p:pic>
    </p:spTree>
    <p:extLst>
      <p:ext uri="{BB962C8B-B14F-4D97-AF65-F5344CB8AC3E}">
        <p14:creationId xmlns:p14="http://schemas.microsoft.com/office/powerpoint/2010/main" val="4180968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Selection of The Best Model</a:t>
            </a:r>
            <a:endParaRPr dirty="0"/>
          </a:p>
        </p:txBody>
      </p:sp>
      <p:sp>
        <p:nvSpPr>
          <p:cNvPr id="2" name="Google Shape;1580;p49">
            <a:extLst>
              <a:ext uri="{FF2B5EF4-FFF2-40B4-BE49-F238E27FC236}">
                <a16:creationId xmlns:a16="http://schemas.microsoft.com/office/drawing/2014/main" id="{C8BD8F7D-6BCC-9D10-8B97-BA986ADC3C5A}"/>
              </a:ext>
            </a:extLst>
          </p:cNvPr>
          <p:cNvSpPr txBox="1">
            <a:spLocks/>
          </p:cNvSpPr>
          <p:nvPr/>
        </p:nvSpPr>
        <p:spPr>
          <a:xfrm>
            <a:off x="759969" y="698708"/>
            <a:ext cx="8102091" cy="44447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endParaRPr lang="en-GB" sz="1800" dirty="0">
              <a:latin typeface="Advent Pro Medium"/>
              <a:ea typeface="Advent Pro Medium"/>
              <a:cs typeface="Advent Pro Medium"/>
              <a:sym typeface="Advent Pro Medium"/>
            </a:endParaRPr>
          </a:p>
          <a:p>
            <a:pPr marL="241300" indent="-215900">
              <a:spcBef>
                <a:spcPts val="300"/>
              </a:spcBef>
              <a:buClr>
                <a:schemeClr val="accent2"/>
              </a:buClr>
              <a:buSzPts val="1400"/>
              <a:buFont typeface="Maven Pro"/>
              <a:buChar char="●"/>
            </a:pPr>
            <a:r>
              <a:rPr lang="en-GB" sz="1600" dirty="0"/>
              <a:t>Random Forest</a:t>
            </a:r>
          </a:p>
          <a:p>
            <a:pPr marL="768350" lvl="1" indent="-285750">
              <a:spcBef>
                <a:spcPts val="300"/>
              </a:spcBef>
              <a:buClr>
                <a:schemeClr val="accent2"/>
              </a:buClr>
              <a:buSzPts val="1400"/>
              <a:buFont typeface="Arial" panose="020B0604020202020204" pitchFamily="34" charset="0"/>
              <a:buChar char="•"/>
            </a:pPr>
            <a:r>
              <a:rPr lang="en-GB" sz="1400" dirty="0">
                <a:solidFill>
                  <a:schemeClr val="bg1"/>
                </a:solidFill>
              </a:rPr>
              <a:t>Metric scores are lower compared to others, computationally inefficient</a:t>
            </a:r>
          </a:p>
          <a:p>
            <a:pPr marL="241300" indent="-215900">
              <a:spcBef>
                <a:spcPts val="300"/>
              </a:spcBef>
              <a:buClr>
                <a:schemeClr val="accent2"/>
              </a:buClr>
              <a:buSzPts val="1400"/>
              <a:buFont typeface="Maven Pro"/>
              <a:buChar char="●"/>
            </a:pPr>
            <a:r>
              <a:rPr lang="en-GB" sz="1600" dirty="0"/>
              <a:t>KNN</a:t>
            </a:r>
          </a:p>
          <a:p>
            <a:pPr marL="768350" lvl="1" indent="-285750">
              <a:spcBef>
                <a:spcPts val="300"/>
              </a:spcBef>
              <a:buClr>
                <a:schemeClr val="accent2"/>
              </a:buClr>
              <a:buSzPts val="1400"/>
              <a:buFont typeface="Arial" panose="020B0604020202020204" pitchFamily="34" charset="0"/>
              <a:buChar char="•"/>
            </a:pPr>
            <a:r>
              <a:rPr lang="en-GB" sz="1400" dirty="0">
                <a:solidFill>
                  <a:schemeClr val="bg1"/>
                </a:solidFill>
              </a:rPr>
              <a:t>Overall lowest performance</a:t>
            </a:r>
          </a:p>
          <a:p>
            <a:pPr marL="241300" indent="-215900">
              <a:spcBef>
                <a:spcPts val="300"/>
              </a:spcBef>
              <a:buClr>
                <a:schemeClr val="accent2"/>
              </a:buClr>
              <a:buSzPts val="1400"/>
              <a:buFont typeface="Maven Pro"/>
              <a:buChar char="●"/>
            </a:pPr>
            <a:r>
              <a:rPr lang="en-GB" sz="1600" dirty="0"/>
              <a:t>AdaBoost</a:t>
            </a:r>
          </a:p>
          <a:p>
            <a:pPr marL="768350" lvl="1" indent="-285750">
              <a:spcBef>
                <a:spcPts val="300"/>
              </a:spcBef>
              <a:buClr>
                <a:schemeClr val="accent2"/>
              </a:buClr>
              <a:buSzPts val="1400"/>
              <a:buFont typeface="Arial" panose="020B0604020202020204" pitchFamily="34" charset="0"/>
              <a:buChar char="•"/>
            </a:pPr>
            <a:r>
              <a:rPr lang="en-GB" sz="1400" dirty="0">
                <a:solidFill>
                  <a:schemeClr val="bg1"/>
                </a:solidFill>
              </a:rPr>
              <a:t>Highest AUC scores but does not provide default probabilistic output</a:t>
            </a:r>
          </a:p>
          <a:p>
            <a:pPr marL="241300" indent="-215900">
              <a:spcBef>
                <a:spcPts val="300"/>
              </a:spcBef>
              <a:buClr>
                <a:schemeClr val="accent2"/>
              </a:buClr>
              <a:buSzPts val="1400"/>
              <a:buFont typeface="Maven Pro"/>
              <a:buChar char="●"/>
            </a:pPr>
            <a:r>
              <a:rPr lang="en-GB" sz="1600" dirty="0"/>
              <a:t>Neural Network</a:t>
            </a:r>
          </a:p>
          <a:p>
            <a:pPr marL="768350" lvl="1" indent="-285750">
              <a:spcBef>
                <a:spcPts val="300"/>
              </a:spcBef>
              <a:buClr>
                <a:schemeClr val="accent2"/>
              </a:buClr>
              <a:buSzPts val="1400"/>
              <a:buFont typeface="Arial" panose="020B0604020202020204" pitchFamily="34" charset="0"/>
              <a:buChar char="•"/>
            </a:pPr>
            <a:r>
              <a:rPr lang="en-GB" sz="1400" dirty="0">
                <a:solidFill>
                  <a:schemeClr val="bg1"/>
                </a:solidFill>
              </a:rPr>
              <a:t>Highest F1 Score but no interpretability</a:t>
            </a:r>
            <a:endParaRPr lang="en-GB" sz="1200" dirty="0"/>
          </a:p>
          <a:p>
            <a:pPr marL="241300" indent="-215900">
              <a:spcBef>
                <a:spcPts val="300"/>
              </a:spcBef>
              <a:buClr>
                <a:schemeClr val="accent2"/>
              </a:buClr>
              <a:buSzPts val="1400"/>
              <a:buFont typeface="Maven Pro"/>
              <a:buChar char="●"/>
            </a:pPr>
            <a:r>
              <a:rPr lang="en-GB" sz="1600" dirty="0"/>
              <a:t>Logistical Regression</a:t>
            </a:r>
          </a:p>
          <a:p>
            <a:pPr marL="768350" lvl="1" indent="-285750">
              <a:spcBef>
                <a:spcPts val="300"/>
              </a:spcBef>
              <a:buClr>
                <a:schemeClr val="accent2"/>
              </a:buClr>
              <a:buSzPts val="1400"/>
              <a:buFont typeface="Arial" panose="020B0604020202020204" pitchFamily="34" charset="0"/>
              <a:buChar char="•"/>
            </a:pPr>
            <a:r>
              <a:rPr lang="en-GB" sz="1400" dirty="0">
                <a:solidFill>
                  <a:schemeClr val="bg1"/>
                </a:solidFill>
              </a:rPr>
              <a:t>Highest Accuracy, Highest Robustness between train and test data, Model Simplicity</a:t>
            </a:r>
          </a:p>
        </p:txBody>
      </p:sp>
    </p:spTree>
    <p:extLst>
      <p:ext uri="{BB962C8B-B14F-4D97-AF65-F5344CB8AC3E}">
        <p14:creationId xmlns:p14="http://schemas.microsoft.com/office/powerpoint/2010/main" val="416602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2" name="Google Shape;1580;p49">
            <a:extLst>
              <a:ext uri="{FF2B5EF4-FFF2-40B4-BE49-F238E27FC236}">
                <a16:creationId xmlns:a16="http://schemas.microsoft.com/office/drawing/2014/main" id="{4F714228-CE72-D400-860F-DC60E566EFAB}"/>
              </a:ext>
            </a:extLst>
          </p:cNvPr>
          <p:cNvSpPr txBox="1">
            <a:spLocks/>
          </p:cNvSpPr>
          <p:nvPr/>
        </p:nvSpPr>
        <p:spPr>
          <a:xfrm>
            <a:off x="618825" y="989475"/>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endParaRPr lang="en-GB" sz="1800" dirty="0">
              <a:latin typeface="Advent Pro Medium"/>
              <a:ea typeface="Advent Pro Medium"/>
              <a:cs typeface="Advent Pro Medium"/>
              <a:sym typeface="Advent Pro Medium"/>
            </a:endParaRPr>
          </a:p>
          <a:p>
            <a:pPr marL="241300" indent="-215900">
              <a:lnSpc>
                <a:spcPct val="150000"/>
              </a:lnSpc>
              <a:spcBef>
                <a:spcPts val="300"/>
              </a:spcBef>
              <a:buClr>
                <a:schemeClr val="accent2"/>
              </a:buClr>
              <a:buSzPts val="1400"/>
              <a:buFont typeface="Maven Pro"/>
              <a:buChar char="●"/>
            </a:pPr>
            <a:endParaRPr lang="en-GB" sz="1600" dirty="0"/>
          </a:p>
        </p:txBody>
      </p:sp>
      <p:sp>
        <p:nvSpPr>
          <p:cNvPr id="3" name="Google Shape;1580;p49">
            <a:extLst>
              <a:ext uri="{FF2B5EF4-FFF2-40B4-BE49-F238E27FC236}">
                <a16:creationId xmlns:a16="http://schemas.microsoft.com/office/drawing/2014/main" id="{4A5A75A6-5D38-CDFB-1768-640765250959}"/>
              </a:ext>
            </a:extLst>
          </p:cNvPr>
          <p:cNvSpPr txBox="1">
            <a:spLocks/>
          </p:cNvSpPr>
          <p:nvPr/>
        </p:nvSpPr>
        <p:spPr>
          <a:xfrm>
            <a:off x="759969" y="1168581"/>
            <a:ext cx="7624061" cy="254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endParaRPr lang="en-GB" sz="1600" dirty="0"/>
          </a:p>
        </p:txBody>
      </p:sp>
      <p:pic>
        <p:nvPicPr>
          <p:cNvPr id="5" name="Picture 4" descr="A group of people walking down the street&#10;&#10;Description automatically generated">
            <a:extLst>
              <a:ext uri="{FF2B5EF4-FFF2-40B4-BE49-F238E27FC236}">
                <a16:creationId xmlns:a16="http://schemas.microsoft.com/office/drawing/2014/main" id="{DB98B478-F583-E808-C539-614EF555AFF6}"/>
              </a:ext>
            </a:extLst>
          </p:cNvPr>
          <p:cNvPicPr>
            <a:picLocks noChangeAspect="1"/>
          </p:cNvPicPr>
          <p:nvPr/>
        </p:nvPicPr>
        <p:blipFill>
          <a:blip r:embed="rId3"/>
          <a:stretch>
            <a:fillRect/>
          </a:stretch>
        </p:blipFill>
        <p:spPr>
          <a:xfrm>
            <a:off x="1320800" y="742950"/>
            <a:ext cx="6502400" cy="3657600"/>
          </a:xfrm>
          <a:prstGeom prst="rect">
            <a:avLst/>
          </a:prstGeom>
        </p:spPr>
      </p:pic>
      <p:sp>
        <p:nvSpPr>
          <p:cNvPr id="6" name="TextBox 5">
            <a:extLst>
              <a:ext uri="{FF2B5EF4-FFF2-40B4-BE49-F238E27FC236}">
                <a16:creationId xmlns:a16="http://schemas.microsoft.com/office/drawing/2014/main" id="{E84DA505-6022-2773-C9ED-551C5327CE40}"/>
              </a:ext>
            </a:extLst>
          </p:cNvPr>
          <p:cNvSpPr txBox="1"/>
          <p:nvPr/>
        </p:nvSpPr>
        <p:spPr>
          <a:xfrm>
            <a:off x="2112041" y="3361938"/>
            <a:ext cx="2170400" cy="707886"/>
          </a:xfrm>
          <a:prstGeom prst="rect">
            <a:avLst/>
          </a:prstGeom>
          <a:noFill/>
        </p:spPr>
        <p:txBody>
          <a:bodyPr wrap="square" rtlCol="0">
            <a:spAutoFit/>
          </a:bodyPr>
          <a:lstStyle/>
          <a:p>
            <a:pPr algn="ctr"/>
            <a:r>
              <a:rPr lang="en-CZ" sz="2000" b="1" dirty="0">
                <a:ln w="12700">
                  <a:solidFill>
                    <a:sysClr val="windowText" lastClr="000000"/>
                  </a:solidFill>
                </a:ln>
                <a:solidFill>
                  <a:schemeClr val="bg1"/>
                </a:solidFill>
                <a:effectLst>
                  <a:innerShdw blurRad="63500" dist="50800" dir="10800000">
                    <a:prstClr val="black">
                      <a:alpha val="50000"/>
                    </a:prstClr>
                  </a:innerShdw>
                </a:effectLst>
              </a:rPr>
              <a:t>NEURAL NETWORK</a:t>
            </a:r>
          </a:p>
        </p:txBody>
      </p:sp>
      <p:sp>
        <p:nvSpPr>
          <p:cNvPr id="7" name="TextBox 6">
            <a:extLst>
              <a:ext uri="{FF2B5EF4-FFF2-40B4-BE49-F238E27FC236}">
                <a16:creationId xmlns:a16="http://schemas.microsoft.com/office/drawing/2014/main" id="{5331F980-DF35-7A1E-7695-78B90DFAC663}"/>
              </a:ext>
            </a:extLst>
          </p:cNvPr>
          <p:cNvSpPr txBox="1"/>
          <p:nvPr/>
        </p:nvSpPr>
        <p:spPr>
          <a:xfrm>
            <a:off x="5456436" y="3263223"/>
            <a:ext cx="2996293" cy="707886"/>
          </a:xfrm>
          <a:prstGeom prst="rect">
            <a:avLst/>
          </a:prstGeom>
          <a:noFill/>
        </p:spPr>
        <p:txBody>
          <a:bodyPr wrap="square" rtlCol="0">
            <a:spAutoFit/>
          </a:bodyPr>
          <a:lstStyle/>
          <a:p>
            <a:pPr algn="ctr"/>
            <a:r>
              <a:rPr lang="en-CZ" sz="2000" b="1" dirty="0">
                <a:ln w="12700">
                  <a:solidFill>
                    <a:sysClr val="windowText" lastClr="000000"/>
                  </a:solidFill>
                </a:ln>
                <a:solidFill>
                  <a:schemeClr val="bg1"/>
                </a:solidFill>
                <a:effectLst>
                  <a:innerShdw blurRad="63500" dist="50800" dir="10800000">
                    <a:prstClr val="black">
                      <a:alpha val="50000"/>
                    </a:prstClr>
                  </a:innerShdw>
                </a:effectLst>
              </a:rPr>
              <a:t>LOGISTIC </a:t>
            </a:r>
          </a:p>
          <a:p>
            <a:pPr algn="ctr"/>
            <a:r>
              <a:rPr lang="en-CZ" sz="2000" b="1" dirty="0">
                <a:ln w="12700">
                  <a:solidFill>
                    <a:sysClr val="windowText" lastClr="000000"/>
                  </a:solidFill>
                </a:ln>
                <a:solidFill>
                  <a:schemeClr val="bg1"/>
                </a:solidFill>
                <a:effectLst>
                  <a:innerShdw blurRad="63500" dist="50800" dir="10800000">
                    <a:prstClr val="black">
                      <a:alpha val="50000"/>
                    </a:prstClr>
                  </a:innerShdw>
                </a:effectLst>
              </a:rPr>
              <a:t>REGRESSION</a:t>
            </a:r>
          </a:p>
        </p:txBody>
      </p:sp>
      <p:sp>
        <p:nvSpPr>
          <p:cNvPr id="8" name="TextBox 7">
            <a:extLst>
              <a:ext uri="{FF2B5EF4-FFF2-40B4-BE49-F238E27FC236}">
                <a16:creationId xmlns:a16="http://schemas.microsoft.com/office/drawing/2014/main" id="{8D5DA5F9-0C1C-1943-8BB6-01DF4D2C2D86}"/>
              </a:ext>
            </a:extLst>
          </p:cNvPr>
          <p:cNvSpPr txBox="1"/>
          <p:nvPr/>
        </p:nvSpPr>
        <p:spPr>
          <a:xfrm>
            <a:off x="4702462" y="2088288"/>
            <a:ext cx="1507947" cy="707885"/>
          </a:xfrm>
          <a:prstGeom prst="rect">
            <a:avLst/>
          </a:prstGeom>
          <a:noFill/>
        </p:spPr>
        <p:txBody>
          <a:bodyPr wrap="square" rtlCol="0">
            <a:spAutoFit/>
          </a:bodyPr>
          <a:lstStyle/>
          <a:p>
            <a:pPr algn="ctr"/>
            <a:r>
              <a:rPr lang="en-CZ" sz="2000" b="1" dirty="0">
                <a:ln w="12700">
                  <a:solidFill>
                    <a:sysClr val="windowText" lastClr="000000"/>
                  </a:solidFill>
                </a:ln>
                <a:solidFill>
                  <a:schemeClr val="bg1"/>
                </a:solidFill>
                <a:effectLst>
                  <a:innerShdw blurRad="63500" dist="50800" dir="10800000">
                    <a:prstClr val="black">
                      <a:alpha val="50000"/>
                    </a:prstClr>
                  </a:innerShdw>
                </a:effectLst>
              </a:rPr>
              <a:t>DATA WIZARDS</a:t>
            </a:r>
          </a:p>
        </p:txBody>
      </p:sp>
    </p:spTree>
    <p:extLst>
      <p:ext uri="{BB962C8B-B14F-4D97-AF65-F5344CB8AC3E}">
        <p14:creationId xmlns:p14="http://schemas.microsoft.com/office/powerpoint/2010/main" val="3455472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6627962"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Evaluating the Results</a:t>
            </a:r>
            <a:endParaRPr dirty="0"/>
          </a:p>
        </p:txBody>
      </p:sp>
      <p:sp>
        <p:nvSpPr>
          <p:cNvPr id="18" name="Google Shape;1580;p49">
            <a:extLst>
              <a:ext uri="{FF2B5EF4-FFF2-40B4-BE49-F238E27FC236}">
                <a16:creationId xmlns:a16="http://schemas.microsoft.com/office/drawing/2014/main" id="{8A60A1C3-62F9-0A68-2575-86061FF9F114}"/>
              </a:ext>
            </a:extLst>
          </p:cNvPr>
          <p:cNvSpPr txBox="1">
            <a:spLocks/>
          </p:cNvSpPr>
          <p:nvPr/>
        </p:nvSpPr>
        <p:spPr>
          <a:xfrm>
            <a:off x="759969" y="989475"/>
            <a:ext cx="7624061" cy="36483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000000"/>
              </a:buClr>
              <a:buSzPts val="1000"/>
              <a:buFont typeface="Maven Pro"/>
              <a:buNone/>
              <a:defRPr sz="14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Run the logistic regression model with best hyperparameters</a:t>
            </a:r>
          </a:p>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Output is probability of success (investment) for each client</a:t>
            </a:r>
          </a:p>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Based on the outputs 3,000 clients were chosen</a:t>
            </a:r>
          </a:p>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Our data-driven solution predicted 71.4% of the investments</a:t>
            </a:r>
          </a:p>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Comparison of data-driven solution and random choice</a:t>
            </a:r>
          </a:p>
          <a:p>
            <a:pPr marL="311150" indent="-285750">
              <a:lnSpc>
                <a:spcPct val="150000"/>
              </a:lnSpc>
              <a:spcBef>
                <a:spcPts val="300"/>
              </a:spcBef>
              <a:buClr>
                <a:schemeClr val="accent2"/>
              </a:buClr>
              <a:buSzPts val="1400"/>
              <a:buFont typeface="Arial" panose="020B0604020202020204" pitchFamily="34" charset="0"/>
              <a:buChar char="•"/>
            </a:pPr>
            <a:r>
              <a:rPr lang="en-GB" sz="1600" dirty="0">
                <a:uFill>
                  <a:noFill/>
                </a:uFill>
              </a:rPr>
              <a:t>If each client invests on average 5,000 CZK</a:t>
            </a:r>
          </a:p>
          <a:p>
            <a:pPr marL="768350" lvl="1" indent="-285750">
              <a:lnSpc>
                <a:spcPct val="150000"/>
              </a:lnSpc>
              <a:spcBef>
                <a:spcPts val="300"/>
              </a:spcBef>
              <a:buClr>
                <a:schemeClr val="accent2"/>
              </a:buClr>
              <a:buSzPts val="1400"/>
              <a:buFont typeface="Arial" panose="020B0604020202020204" pitchFamily="34" charset="0"/>
              <a:buChar char="•"/>
            </a:pPr>
            <a:r>
              <a:rPr lang="en-GB" sz="1200" dirty="0">
                <a:solidFill>
                  <a:schemeClr val="bg1"/>
                </a:solidFill>
                <a:uFill>
                  <a:noFill/>
                </a:uFill>
              </a:rPr>
              <a:t>Based on our model: total amount invested by clients would be 6,890,000 CZK</a:t>
            </a:r>
          </a:p>
          <a:p>
            <a:pPr marL="768350" lvl="1" indent="-285750">
              <a:lnSpc>
                <a:spcPct val="150000"/>
              </a:lnSpc>
              <a:spcBef>
                <a:spcPts val="300"/>
              </a:spcBef>
              <a:buClr>
                <a:schemeClr val="accent2"/>
              </a:buClr>
              <a:buSzPts val="1400"/>
              <a:buFont typeface="Arial" panose="020B0604020202020204" pitchFamily="34" charset="0"/>
              <a:buChar char="•"/>
            </a:pPr>
            <a:r>
              <a:rPr lang="en-GB" sz="1200" dirty="0">
                <a:solidFill>
                  <a:schemeClr val="bg1"/>
                </a:solidFill>
                <a:uFill>
                  <a:noFill/>
                </a:uFill>
              </a:rPr>
              <a:t>Based on random choice: total amount invested by clients would be 3,595,000</a:t>
            </a:r>
            <a:r>
              <a:rPr lang="en-GB" sz="1200" b="0" i="0" dirty="0">
                <a:solidFill>
                  <a:srgbClr val="D1D2D3"/>
                </a:solidFill>
                <a:effectLst/>
                <a:latin typeface="Slack-Lato"/>
              </a:rPr>
              <a:t> CZK</a:t>
            </a:r>
            <a:endParaRPr lang="en-GB" sz="1200" dirty="0">
              <a:solidFill>
                <a:schemeClr val="bg1"/>
              </a:solidFill>
              <a:uFill>
                <a:noFill/>
              </a:uFill>
            </a:endParaRPr>
          </a:p>
          <a:p>
            <a:pPr marL="311150" indent="-285750">
              <a:lnSpc>
                <a:spcPct val="150000"/>
              </a:lnSpc>
              <a:spcBef>
                <a:spcPts val="300"/>
              </a:spcBef>
              <a:buClr>
                <a:schemeClr val="accent2"/>
              </a:buClr>
              <a:buSzPts val="1400"/>
              <a:buFont typeface="Arial" panose="020B0604020202020204" pitchFamily="34" charset="0"/>
              <a:buChar char="•"/>
            </a:pPr>
            <a:endParaRPr lang="en-GB" sz="1600" dirty="0">
              <a:uFill>
                <a:noFill/>
              </a:uFill>
            </a:endParaRPr>
          </a:p>
          <a:p>
            <a:pPr marL="311150" indent="-285750">
              <a:lnSpc>
                <a:spcPct val="150000"/>
              </a:lnSpc>
              <a:spcBef>
                <a:spcPts val="300"/>
              </a:spcBef>
              <a:buClr>
                <a:schemeClr val="accent2"/>
              </a:buClr>
              <a:buSzPts val="1400"/>
              <a:buFont typeface="Arial" panose="020B0604020202020204" pitchFamily="34" charset="0"/>
              <a:buChar char="•"/>
            </a:pPr>
            <a:endParaRPr lang="en-GB" sz="1600" dirty="0">
              <a:uFill>
                <a:noFill/>
              </a:uFill>
            </a:endParaRPr>
          </a:p>
        </p:txBody>
      </p:sp>
    </p:spTree>
    <p:extLst>
      <p:ext uri="{BB962C8B-B14F-4D97-AF65-F5344CB8AC3E}">
        <p14:creationId xmlns:p14="http://schemas.microsoft.com/office/powerpoint/2010/main" val="145225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cxnSp>
        <p:nvCxnSpPr>
          <p:cNvPr id="1233" name="Google Shape;1233;p43"/>
          <p:cNvCxnSpPr>
            <a:endCxn id="1234" idx="1"/>
          </p:cNvCxnSpPr>
          <p:nvPr/>
        </p:nvCxnSpPr>
        <p:spPr>
          <a:xfrm rot="5400000" flipH="1">
            <a:off x="1203175" y="2002350"/>
            <a:ext cx="2287800" cy="1226700"/>
          </a:xfrm>
          <a:prstGeom prst="bentConnector4">
            <a:avLst>
              <a:gd name="adj1" fmla="val 23940"/>
              <a:gd name="adj2" fmla="val 119412"/>
            </a:avLst>
          </a:prstGeom>
          <a:noFill/>
          <a:ln w="9525" cap="flat" cmpd="sng">
            <a:solidFill>
              <a:schemeClr val="lt2"/>
            </a:solidFill>
            <a:prstDash val="solid"/>
            <a:round/>
            <a:headEnd type="none" w="med" len="med"/>
            <a:tailEnd type="none" w="med" len="med"/>
          </a:ln>
        </p:spPr>
      </p:cxnSp>
      <p:sp>
        <p:nvSpPr>
          <p:cNvPr id="1234" name="Google Shape;1234;p43"/>
          <p:cNvSpPr txBox="1">
            <a:spLocks noGrp="1"/>
          </p:cNvSpPr>
          <p:nvPr>
            <p:ph type="title"/>
          </p:nvPr>
        </p:nvSpPr>
        <p:spPr>
          <a:xfrm>
            <a:off x="1733725" y="856650"/>
            <a:ext cx="5676600" cy="123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3,295,000 CZK</a:t>
            </a:r>
            <a:endParaRPr dirty="0"/>
          </a:p>
        </p:txBody>
      </p:sp>
      <p:sp>
        <p:nvSpPr>
          <p:cNvPr id="1235" name="Google Shape;1235;p43"/>
          <p:cNvSpPr txBox="1">
            <a:spLocks noGrp="1"/>
          </p:cNvSpPr>
          <p:nvPr>
            <p:ph type="body" idx="1"/>
          </p:nvPr>
        </p:nvSpPr>
        <p:spPr>
          <a:xfrm>
            <a:off x="2385087" y="2055540"/>
            <a:ext cx="4373825" cy="715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Potential increase in the clients investments with data-driven solution</a:t>
            </a:r>
            <a:endParaRPr dirty="0"/>
          </a:p>
        </p:txBody>
      </p:sp>
    </p:spTree>
    <p:extLst>
      <p:ext uri="{BB962C8B-B14F-4D97-AF65-F5344CB8AC3E}">
        <p14:creationId xmlns:p14="http://schemas.microsoft.com/office/powerpoint/2010/main" val="2098073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40"/>
          <p:cNvSpPr txBox="1">
            <a:spLocks noGrp="1"/>
          </p:cNvSpPr>
          <p:nvPr>
            <p:ph type="ctrTitle"/>
          </p:nvPr>
        </p:nvSpPr>
        <p:spPr>
          <a:xfrm>
            <a:off x="2445042" y="2897230"/>
            <a:ext cx="4253911" cy="54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Do you have any questions?</a:t>
            </a:r>
            <a:endParaRPr sz="2800" dirty="0"/>
          </a:p>
        </p:txBody>
      </p:sp>
      <p:sp>
        <p:nvSpPr>
          <p:cNvPr id="3" name="Google Shape;1355;p47">
            <a:extLst>
              <a:ext uri="{FF2B5EF4-FFF2-40B4-BE49-F238E27FC236}">
                <a16:creationId xmlns:a16="http://schemas.microsoft.com/office/drawing/2014/main" id="{02E7E015-9ED4-705B-122D-1D7CB3F05D76}"/>
              </a:ext>
            </a:extLst>
          </p:cNvPr>
          <p:cNvSpPr txBox="1">
            <a:spLocks noGrp="1"/>
          </p:cNvSpPr>
          <p:nvPr>
            <p:ph type="subTitle" idx="1"/>
          </p:nvPr>
        </p:nvSpPr>
        <p:spPr>
          <a:xfrm>
            <a:off x="1768791" y="929322"/>
            <a:ext cx="5606415" cy="170338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latin typeface="Share Tech" panose="020B0604020202020204" charset="0"/>
              </a:rPr>
              <a:t>THANK YOU </a:t>
            </a:r>
          </a:p>
          <a:p>
            <a:pPr marL="0" lvl="0" indent="0" algn="ctr" rtl="0">
              <a:spcBef>
                <a:spcPts val="0"/>
              </a:spcBef>
              <a:spcAft>
                <a:spcPts val="0"/>
              </a:spcAft>
              <a:buNone/>
            </a:pPr>
            <a:r>
              <a:rPr lang="en" sz="4400" dirty="0">
                <a:latin typeface="Share Tech" panose="020B0604020202020204" charset="0"/>
              </a:rPr>
              <a:t>FOR YOUR ATTENTION</a:t>
            </a:r>
            <a:endParaRPr sz="4400" dirty="0">
              <a:latin typeface="Share Tech" panose="020B0604020202020204" charset="0"/>
            </a:endParaRPr>
          </a:p>
        </p:txBody>
      </p:sp>
    </p:spTree>
    <p:extLst>
      <p:ext uri="{BB962C8B-B14F-4D97-AF65-F5344CB8AC3E}">
        <p14:creationId xmlns:p14="http://schemas.microsoft.com/office/powerpoint/2010/main" val="4286389988"/>
      </p:ext>
    </p:extLst>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450</TotalTime>
  <Words>683</Words>
  <Application>Microsoft Office PowerPoint</Application>
  <PresentationFormat>Předvádění na obrazovce (16:9)</PresentationFormat>
  <Paragraphs>115</Paragraphs>
  <Slides>15</Slides>
  <Notes>15</Notes>
  <HiddenSlides>0</HiddenSlides>
  <MMClips>0</MMClips>
  <ScaleCrop>false</ScaleCrop>
  <HeadingPairs>
    <vt:vector size="6" baseType="variant">
      <vt:variant>
        <vt:lpstr>Použitá písma</vt:lpstr>
      </vt:variant>
      <vt:variant>
        <vt:i4>10</vt:i4>
      </vt:variant>
      <vt:variant>
        <vt:lpstr>Motiv</vt:lpstr>
      </vt:variant>
      <vt:variant>
        <vt:i4>1</vt:i4>
      </vt:variant>
      <vt:variant>
        <vt:lpstr>Nadpisy snímků</vt:lpstr>
      </vt:variant>
      <vt:variant>
        <vt:i4>15</vt:i4>
      </vt:variant>
    </vt:vector>
  </HeadingPairs>
  <TitlesOfParts>
    <vt:vector size="26" baseType="lpstr">
      <vt:lpstr>Arial</vt:lpstr>
      <vt:lpstr>Advent Pro SemiBold</vt:lpstr>
      <vt:lpstr>var(--notebook-cell-output-font-family)</vt:lpstr>
      <vt:lpstr>Nunito Light</vt:lpstr>
      <vt:lpstr>Fira Sans Extra Condensed Medium</vt:lpstr>
      <vt:lpstr>var(--theme-font-family)</vt:lpstr>
      <vt:lpstr>Maven Pro</vt:lpstr>
      <vt:lpstr>Advent Pro Medium</vt:lpstr>
      <vt:lpstr>Slack-Lato</vt:lpstr>
      <vt:lpstr>Share Tech</vt:lpstr>
      <vt:lpstr>Data Science Consulting by Slidesgo</vt:lpstr>
      <vt:lpstr>Investment Campaign Case Study</vt:lpstr>
      <vt:lpstr>Case Study Definition &amp; Objectives </vt:lpstr>
      <vt:lpstr>Workflow</vt:lpstr>
      <vt:lpstr>Data Preprocessing</vt:lpstr>
      <vt:lpstr>Prezentace aplikace PowerPoint</vt:lpstr>
      <vt:lpstr>Exploratory Analysis of First Round</vt:lpstr>
      <vt:lpstr>Feature Engineering</vt:lpstr>
      <vt:lpstr>Model Selection</vt:lpstr>
      <vt:lpstr>Metrics Used for Model Evaluation</vt:lpstr>
      <vt:lpstr>ROC Curve</vt:lpstr>
      <vt:lpstr>Selection of The Best Model</vt:lpstr>
      <vt:lpstr>Prezentace aplikace PowerPoint</vt:lpstr>
      <vt:lpstr>Evaluating the Results</vt:lpstr>
      <vt:lpstr>3,295,000 CZK</vt:lpstr>
      <vt:lpstr>Do you have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Campaign Case Study</dc:title>
  <cp:lastModifiedBy>Daniela Pinkasova</cp:lastModifiedBy>
  <cp:revision>16</cp:revision>
  <dcterms:modified xsi:type="dcterms:W3CDTF">2023-11-24T10:59:46Z</dcterms:modified>
</cp:coreProperties>
</file>